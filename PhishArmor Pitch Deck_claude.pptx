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15.xml"/>
  <Override ContentType="application/vnd.openxmlformats-officedocument.presentationml.notesSlide+xml" PartName="/ppt/notesSlides/notesSlide5.xml"/>
  <Override ContentType="application/vnd.openxmlformats-officedocument.presentationml.notesSlide+xml" PartName="/ppt/notesSlides/notesSlide20.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8.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5.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Lst>
  <p:notesMasterIdLst>
    <p:notesMasterId r:id="rId6"/>
  </p:notesMasterIdLst>
  <p:sldIdLst>
    <p:sldId id="256" r:id="rId7"/>
    <p:sldId id="257" r:id="rId8"/>
    <p:sldId id="270" r:id="rId21"/>
    <p:sldId id="271" r:id="rId22"/>
    <p:sldId id="261" r:id="rId12"/>
    <p:sldId id="263" r:id="rId14"/>
    <p:sldId id="265" r:id="rId16"/>
    <p:sldId id="273" r:id="rId24"/>
    <p:sldId id="275" r:id="rId26"/>
    <p:sldId id="258" r:id="rId9"/>
    <p:sldId id="260" r:id="rId11"/>
    <p:sldId id="269" r:id="rId20"/>
  </p:sldIdLst>
  <p:sldSz cy="5143500" cx="9144000"/>
  <p:notesSz cx="6858000" cy="9144000"/>
  <p:embeddedFontLst>
    <p:embeddedFont>
      <p:font typeface="Poppins"/>
      <p:regular r:id="rId27"/>
      <p:bold r:id="rId28"/>
      <p:italic r:id="rId29"/>
      <p:boldItalic r:id="rId30"/>
    </p:embeddedFont>
    <p:embeddedFont>
      <p:font typeface="Inter"/>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regular.fntdata"/><Relationship Id="rId30" Type="http://schemas.openxmlformats.org/officeDocument/2006/relationships/font" Target="fonts/Poppins-boldItalic.fntdata"/><Relationship Id="rId11" Type="http://schemas.openxmlformats.org/officeDocument/2006/relationships/slide" Target="slides/slide5.xml"/><Relationship Id="rId33" Type="http://schemas.openxmlformats.org/officeDocument/2006/relationships/font" Target="fonts/Inter-italic.fntdata"/><Relationship Id="rId32" Type="http://schemas.openxmlformats.org/officeDocument/2006/relationships/font" Target="fonts/Inter-bold.fntdata"/><Relationship Id="rId12" Type="http://schemas.openxmlformats.org/officeDocument/2006/relationships/slide" Target="slides/slide6.xml"/><Relationship Id="rId34" Type="http://schemas.openxmlformats.org/officeDocument/2006/relationships/font" Target="fonts/Inter-boldItalic.fntdata"/><Relationship Id="rId14" Type="http://schemas.openxmlformats.org/officeDocument/2006/relationships/slide" Target="slides/slide8.xml"/><Relationship Id="rId16" Type="http://schemas.openxmlformats.org/officeDocument/2006/relationships/slide" Target="slides/slide1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6b15144910_5_38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36b15144910_5_3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6b15144910_5_61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g36b15144910_5_6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6b15144910_5_40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g36b15144910_5_4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6b15144910_5_42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g36b15144910_5_4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6b15144910_5_44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g36b15144910_5_4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6b15144910_5_49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g36b15144910_5_4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6b15144910_5_52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g36b15144910_5_5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6b15144910_5_60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g36b15144910_5_6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6b15144910_5_62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g36b15144910_5_6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6b15144910_5_63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g36b15144910_5_6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6b15144910_5_66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g36b15144910_5_6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6b15144910_5_69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g36b15144910_5_6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3.xml.rels><?xml version="1.0" encoding="UTF-8"?><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p:cSld name="Title 1">
    <p:bg>
      <p:bgPr>
        <a:solidFill>
          <a:schemeClr val="dk2"/>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862313" y="2738893"/>
            <a:ext cx="5074436" cy="1571968"/>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lt1"/>
              </a:buClr>
              <a:buSzPts val="5400"/>
              <a:buFont typeface="Poppins"/>
              <a:buNone/>
              <a:defRPr sz="54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58" name="Google Shape;58;p14"/>
          <p:cNvPicPr preferRelativeResize="0"/>
          <p:nvPr/>
        </p:nvPicPr>
        <p:blipFill rotWithShape="1">
          <a:blip r:embed="rId2">
            <a:alphaModFix/>
          </a:blip>
          <a:srcRect b="0" l="0" r="0" t="0"/>
          <a:stretch/>
        </p:blipFill>
        <p:spPr>
          <a:xfrm>
            <a:off x="974495" y="578723"/>
            <a:ext cx="2425036" cy="433291"/>
          </a:xfrm>
          <a:prstGeom prst="rect">
            <a:avLst/>
          </a:prstGeom>
          <a:noFill/>
          <a:ln>
            <a:noFill/>
          </a:ln>
        </p:spPr>
      </p:pic>
      <p:sp>
        <p:nvSpPr>
          <p:cNvPr id="59" name="Google Shape;59;p14"/>
          <p:cNvSpPr txBox="1"/>
          <p:nvPr>
            <p:ph idx="1" type="body"/>
          </p:nvPr>
        </p:nvSpPr>
        <p:spPr>
          <a:xfrm>
            <a:off x="862312" y="4310861"/>
            <a:ext cx="5074436" cy="25391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200"/>
              <a:buNone/>
              <a:defRPr sz="12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14"/>
          <p:cNvSpPr/>
          <p:nvPr/>
        </p:nvSpPr>
        <p:spPr>
          <a:xfrm>
            <a:off x="7524750" y="0"/>
            <a:ext cx="1619250" cy="51435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Title 2">
    <p:bg>
      <p:bgPr>
        <a:solidFill>
          <a:schemeClr val="lt1"/>
        </a:solidFill>
      </p:bgPr>
    </p:bg>
    <p:spTree>
      <p:nvGrpSpPr>
        <p:cNvPr id="61" name="Shape 61"/>
        <p:cNvGrpSpPr/>
        <p:nvPr/>
      </p:nvGrpSpPr>
      <p:grpSpPr>
        <a:xfrm>
          <a:off x="0" y="0"/>
          <a:ext cx="0" cy="0"/>
          <a:chOff x="0" y="0"/>
          <a:chExt cx="0" cy="0"/>
        </a:xfrm>
      </p:grpSpPr>
      <p:sp>
        <p:nvSpPr>
          <p:cNvPr id="62" name="Google Shape;62;p15"/>
          <p:cNvSpPr txBox="1"/>
          <p:nvPr>
            <p:ph type="title"/>
          </p:nvPr>
        </p:nvSpPr>
        <p:spPr>
          <a:xfrm>
            <a:off x="454978" y="2583866"/>
            <a:ext cx="4117022" cy="1321516"/>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2"/>
              </a:buClr>
              <a:buSzPts val="4500"/>
              <a:buFont typeface="Poppins"/>
              <a:buNone/>
              <a:defRPr sz="4500">
                <a:solidFill>
                  <a:schemeClr val="dk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5"/>
          <p:cNvSpPr txBox="1"/>
          <p:nvPr>
            <p:ph idx="1" type="body"/>
          </p:nvPr>
        </p:nvSpPr>
        <p:spPr>
          <a:xfrm>
            <a:off x="451475" y="3901919"/>
            <a:ext cx="4117022" cy="25391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200"/>
              <a:buNone/>
              <a:defRPr sz="12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 name="Google Shape;64;p15"/>
          <p:cNvSpPr/>
          <p:nvPr/>
        </p:nvSpPr>
        <p:spPr>
          <a:xfrm>
            <a:off x="0" y="1"/>
            <a:ext cx="9144000" cy="1592738"/>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pic>
        <p:nvPicPr>
          <p:cNvPr id="65" name="Google Shape;65;p15"/>
          <p:cNvPicPr preferRelativeResize="0"/>
          <p:nvPr/>
        </p:nvPicPr>
        <p:blipFill rotWithShape="1">
          <a:blip r:embed="rId2">
            <a:alphaModFix/>
          </a:blip>
          <a:srcRect b="0" l="0" r="0" t="0"/>
          <a:stretch/>
        </p:blipFill>
        <p:spPr>
          <a:xfrm>
            <a:off x="560157" y="578723"/>
            <a:ext cx="2425036" cy="433291"/>
          </a:xfrm>
          <a:prstGeom prst="rect">
            <a:avLst/>
          </a:prstGeom>
          <a:noFill/>
          <a:ln>
            <a:noFill/>
          </a:ln>
        </p:spPr>
      </p:pic>
      <p:sp>
        <p:nvSpPr>
          <p:cNvPr id="66" name="Google Shape;66;p15"/>
          <p:cNvSpPr/>
          <p:nvPr>
            <p:ph idx="2" type="pic"/>
          </p:nvPr>
        </p:nvSpPr>
        <p:spPr>
          <a:xfrm>
            <a:off x="4974772" y="328613"/>
            <a:ext cx="3840616" cy="4486275"/>
          </a:xfrm>
          <a:prstGeom prst="rect">
            <a:avLst/>
          </a:prstGeom>
          <a:solidFill>
            <a:srgbClr val="AEAEAE"/>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67" name="Shape 67"/>
        <p:cNvGrpSpPr/>
        <p:nvPr/>
      </p:nvGrpSpPr>
      <p:grpSpPr>
        <a:xfrm>
          <a:off x="0" y="0"/>
          <a:ext cx="0" cy="0"/>
          <a:chOff x="0" y="0"/>
          <a:chExt cx="0" cy="0"/>
        </a:xfrm>
      </p:grpSpPr>
      <p:sp>
        <p:nvSpPr>
          <p:cNvPr id="68" name="Google Shape;68;p16"/>
          <p:cNvSpPr txBox="1"/>
          <p:nvPr>
            <p:ph type="title"/>
          </p:nvPr>
        </p:nvSpPr>
        <p:spPr>
          <a:xfrm>
            <a:off x="514349" y="520700"/>
            <a:ext cx="2609851" cy="488595"/>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3000"/>
              <a:buFont typeface="Poppi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9" name="Google Shape;69;p16"/>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6"/>
          <p:cNvSpPr txBox="1"/>
          <p:nvPr>
            <p:ph idx="1" type="body"/>
          </p:nvPr>
        </p:nvSpPr>
        <p:spPr>
          <a:xfrm>
            <a:off x="3525429" y="564665"/>
            <a:ext cx="356107"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400"/>
              <a:buNone/>
              <a:defRPr sz="14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2" name="Google Shape;72;p16"/>
          <p:cNvSpPr txBox="1"/>
          <p:nvPr>
            <p:ph idx="2" type="body"/>
          </p:nvPr>
        </p:nvSpPr>
        <p:spPr>
          <a:xfrm>
            <a:off x="3836419" y="564665"/>
            <a:ext cx="2122264"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400"/>
              <a:buNone/>
              <a:defRPr b="1" sz="1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3" name="Google Shape;73;p16"/>
          <p:cNvSpPr txBox="1"/>
          <p:nvPr>
            <p:ph idx="3" type="body"/>
          </p:nvPr>
        </p:nvSpPr>
        <p:spPr>
          <a:xfrm>
            <a:off x="3836419" y="809767"/>
            <a:ext cx="2122264" cy="20774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900"/>
              <a:buNone/>
              <a:defRPr b="0" sz="9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4" name="Google Shape;74;p16"/>
          <p:cNvSpPr txBox="1"/>
          <p:nvPr>
            <p:ph idx="4" type="body"/>
          </p:nvPr>
        </p:nvSpPr>
        <p:spPr>
          <a:xfrm>
            <a:off x="3525429" y="1333008"/>
            <a:ext cx="356107"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400"/>
              <a:buNone/>
              <a:defRPr sz="14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5" name="Google Shape;75;p16"/>
          <p:cNvSpPr txBox="1"/>
          <p:nvPr>
            <p:ph idx="5" type="body"/>
          </p:nvPr>
        </p:nvSpPr>
        <p:spPr>
          <a:xfrm>
            <a:off x="3836419" y="1333008"/>
            <a:ext cx="2122264"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400"/>
              <a:buNone/>
              <a:defRPr b="1" sz="1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16"/>
          <p:cNvSpPr txBox="1"/>
          <p:nvPr>
            <p:ph idx="6" type="body"/>
          </p:nvPr>
        </p:nvSpPr>
        <p:spPr>
          <a:xfrm>
            <a:off x="3836419" y="1578110"/>
            <a:ext cx="2122264" cy="20774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900"/>
              <a:buNone/>
              <a:defRPr b="0" sz="9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6"/>
          <p:cNvSpPr txBox="1"/>
          <p:nvPr>
            <p:ph idx="7" type="body"/>
          </p:nvPr>
        </p:nvSpPr>
        <p:spPr>
          <a:xfrm>
            <a:off x="3525429" y="2101352"/>
            <a:ext cx="356107"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400"/>
              <a:buNone/>
              <a:defRPr sz="14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6"/>
          <p:cNvSpPr txBox="1"/>
          <p:nvPr>
            <p:ph idx="8" type="body"/>
          </p:nvPr>
        </p:nvSpPr>
        <p:spPr>
          <a:xfrm>
            <a:off x="3836419" y="2101352"/>
            <a:ext cx="2122264"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400"/>
              <a:buNone/>
              <a:defRPr b="1" sz="1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9" name="Google Shape;79;p16"/>
          <p:cNvSpPr txBox="1"/>
          <p:nvPr>
            <p:ph idx="9" type="body"/>
          </p:nvPr>
        </p:nvSpPr>
        <p:spPr>
          <a:xfrm>
            <a:off x="3836419" y="2346454"/>
            <a:ext cx="2122264" cy="20774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900"/>
              <a:buNone/>
              <a:defRPr b="0" sz="9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0" name="Google Shape;80;p16"/>
          <p:cNvSpPr txBox="1"/>
          <p:nvPr>
            <p:ph idx="13" type="body"/>
          </p:nvPr>
        </p:nvSpPr>
        <p:spPr>
          <a:xfrm>
            <a:off x="3525429" y="2869695"/>
            <a:ext cx="356107"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400"/>
              <a:buNone/>
              <a:defRPr sz="14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16"/>
          <p:cNvSpPr txBox="1"/>
          <p:nvPr>
            <p:ph idx="14" type="body"/>
          </p:nvPr>
        </p:nvSpPr>
        <p:spPr>
          <a:xfrm>
            <a:off x="3836419" y="2869695"/>
            <a:ext cx="2122264"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400"/>
              <a:buNone/>
              <a:defRPr b="1" sz="1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2" name="Google Shape;82;p16"/>
          <p:cNvSpPr txBox="1"/>
          <p:nvPr>
            <p:ph idx="15" type="body"/>
          </p:nvPr>
        </p:nvSpPr>
        <p:spPr>
          <a:xfrm>
            <a:off x="3836419" y="3114797"/>
            <a:ext cx="2122264" cy="20774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900"/>
              <a:buNone/>
              <a:defRPr b="0" sz="9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3" name="Google Shape;83;p16"/>
          <p:cNvSpPr txBox="1"/>
          <p:nvPr>
            <p:ph idx="16" type="body"/>
          </p:nvPr>
        </p:nvSpPr>
        <p:spPr>
          <a:xfrm>
            <a:off x="3525429" y="3638039"/>
            <a:ext cx="356107"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400"/>
              <a:buNone/>
              <a:defRPr sz="14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4" name="Google Shape;84;p16"/>
          <p:cNvSpPr txBox="1"/>
          <p:nvPr>
            <p:ph idx="17" type="body"/>
          </p:nvPr>
        </p:nvSpPr>
        <p:spPr>
          <a:xfrm>
            <a:off x="3836419" y="3638039"/>
            <a:ext cx="2122264"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400"/>
              <a:buNone/>
              <a:defRPr b="1" sz="1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6"/>
          <p:cNvSpPr txBox="1"/>
          <p:nvPr>
            <p:ph idx="18" type="body"/>
          </p:nvPr>
        </p:nvSpPr>
        <p:spPr>
          <a:xfrm>
            <a:off x="3836419" y="3883141"/>
            <a:ext cx="2122264" cy="20774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900"/>
              <a:buNone/>
              <a:defRPr b="0" sz="9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16"/>
          <p:cNvSpPr txBox="1"/>
          <p:nvPr>
            <p:ph idx="19" type="body"/>
          </p:nvPr>
        </p:nvSpPr>
        <p:spPr>
          <a:xfrm>
            <a:off x="6403565" y="564665"/>
            <a:ext cx="356107"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400"/>
              <a:buNone/>
              <a:defRPr sz="14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6"/>
          <p:cNvSpPr txBox="1"/>
          <p:nvPr>
            <p:ph idx="20" type="body"/>
          </p:nvPr>
        </p:nvSpPr>
        <p:spPr>
          <a:xfrm>
            <a:off x="6714556" y="564665"/>
            <a:ext cx="2122264"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400"/>
              <a:buNone/>
              <a:defRPr b="1" sz="1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16"/>
          <p:cNvSpPr txBox="1"/>
          <p:nvPr>
            <p:ph idx="21" type="body"/>
          </p:nvPr>
        </p:nvSpPr>
        <p:spPr>
          <a:xfrm>
            <a:off x="6714556" y="809767"/>
            <a:ext cx="2122264" cy="20774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900"/>
              <a:buNone/>
              <a:defRPr b="0" sz="9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16"/>
          <p:cNvSpPr txBox="1"/>
          <p:nvPr>
            <p:ph idx="22" type="body"/>
          </p:nvPr>
        </p:nvSpPr>
        <p:spPr>
          <a:xfrm>
            <a:off x="6403565" y="1333008"/>
            <a:ext cx="356107"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400"/>
              <a:buNone/>
              <a:defRPr sz="14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16"/>
          <p:cNvSpPr txBox="1"/>
          <p:nvPr>
            <p:ph idx="23" type="body"/>
          </p:nvPr>
        </p:nvSpPr>
        <p:spPr>
          <a:xfrm>
            <a:off x="6714556" y="1333008"/>
            <a:ext cx="2122264"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400"/>
              <a:buNone/>
              <a:defRPr b="1" sz="1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 name="Google Shape;91;p16"/>
          <p:cNvSpPr txBox="1"/>
          <p:nvPr>
            <p:ph idx="24" type="body"/>
          </p:nvPr>
        </p:nvSpPr>
        <p:spPr>
          <a:xfrm>
            <a:off x="6714556" y="1578110"/>
            <a:ext cx="2122264" cy="20774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900"/>
              <a:buNone/>
              <a:defRPr b="0" sz="9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2" name="Google Shape;92;p16"/>
          <p:cNvSpPr txBox="1"/>
          <p:nvPr>
            <p:ph idx="25" type="body"/>
          </p:nvPr>
        </p:nvSpPr>
        <p:spPr>
          <a:xfrm>
            <a:off x="6403565" y="2101352"/>
            <a:ext cx="356107"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400"/>
              <a:buNone/>
              <a:defRPr sz="14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 name="Google Shape;93;p16"/>
          <p:cNvSpPr txBox="1"/>
          <p:nvPr>
            <p:ph idx="26" type="body"/>
          </p:nvPr>
        </p:nvSpPr>
        <p:spPr>
          <a:xfrm>
            <a:off x="6714556" y="2101352"/>
            <a:ext cx="2122264"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400"/>
              <a:buNone/>
              <a:defRPr b="1" sz="1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 name="Google Shape;94;p16"/>
          <p:cNvSpPr txBox="1"/>
          <p:nvPr>
            <p:ph idx="27" type="body"/>
          </p:nvPr>
        </p:nvSpPr>
        <p:spPr>
          <a:xfrm>
            <a:off x="6714556" y="2346454"/>
            <a:ext cx="2122264" cy="20774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900"/>
              <a:buNone/>
              <a:defRPr b="0" sz="9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 name="Google Shape;95;p16"/>
          <p:cNvSpPr txBox="1"/>
          <p:nvPr>
            <p:ph idx="28" type="body"/>
          </p:nvPr>
        </p:nvSpPr>
        <p:spPr>
          <a:xfrm>
            <a:off x="6403565" y="2869695"/>
            <a:ext cx="356107"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400"/>
              <a:buNone/>
              <a:defRPr sz="14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 name="Google Shape;96;p16"/>
          <p:cNvSpPr txBox="1"/>
          <p:nvPr>
            <p:ph idx="29" type="body"/>
          </p:nvPr>
        </p:nvSpPr>
        <p:spPr>
          <a:xfrm>
            <a:off x="6714556" y="2869695"/>
            <a:ext cx="2122264"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400"/>
              <a:buNone/>
              <a:defRPr b="1" sz="1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16"/>
          <p:cNvSpPr txBox="1"/>
          <p:nvPr>
            <p:ph idx="30" type="body"/>
          </p:nvPr>
        </p:nvSpPr>
        <p:spPr>
          <a:xfrm>
            <a:off x="6714556" y="3114797"/>
            <a:ext cx="2122264" cy="20774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900"/>
              <a:buNone/>
              <a:defRPr b="0" sz="9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 name="Google Shape;98;p16"/>
          <p:cNvSpPr txBox="1"/>
          <p:nvPr>
            <p:ph idx="31" type="body"/>
          </p:nvPr>
        </p:nvSpPr>
        <p:spPr>
          <a:xfrm>
            <a:off x="6403565" y="3638039"/>
            <a:ext cx="356107"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400"/>
              <a:buNone/>
              <a:defRPr sz="14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16"/>
          <p:cNvSpPr txBox="1"/>
          <p:nvPr>
            <p:ph idx="32" type="body"/>
          </p:nvPr>
        </p:nvSpPr>
        <p:spPr>
          <a:xfrm>
            <a:off x="6714556" y="3638039"/>
            <a:ext cx="2122264" cy="27699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400"/>
              <a:buNone/>
              <a:defRPr b="1" sz="1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 name="Google Shape;100;p16"/>
          <p:cNvSpPr txBox="1"/>
          <p:nvPr>
            <p:ph idx="33" type="body"/>
          </p:nvPr>
        </p:nvSpPr>
        <p:spPr>
          <a:xfrm>
            <a:off x="6714556" y="3883141"/>
            <a:ext cx="2122264" cy="207749"/>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900"/>
              <a:buNone/>
              <a:defRPr b="0" sz="9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blem">
  <p:cSld name="Problem">
    <p:spTree>
      <p:nvGrpSpPr>
        <p:cNvPr id="101" name="Shape 101"/>
        <p:cNvGrpSpPr/>
        <p:nvPr/>
      </p:nvGrpSpPr>
      <p:grpSpPr>
        <a:xfrm>
          <a:off x="0" y="0"/>
          <a:ext cx="0" cy="0"/>
          <a:chOff x="0" y="0"/>
          <a:chExt cx="0" cy="0"/>
        </a:xfrm>
      </p:grpSpPr>
      <p:sp>
        <p:nvSpPr>
          <p:cNvPr id="102" name="Google Shape;102;p17"/>
          <p:cNvSpPr/>
          <p:nvPr/>
        </p:nvSpPr>
        <p:spPr>
          <a:xfrm>
            <a:off x="0" y="1"/>
            <a:ext cx="9144000" cy="202517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03" name="Google Shape;103;p17"/>
          <p:cNvSpPr/>
          <p:nvPr/>
        </p:nvSpPr>
        <p:spPr>
          <a:xfrm rot="10800000">
            <a:off x="4876800" y="0"/>
            <a:ext cx="4267200" cy="4629150"/>
          </a:xfrm>
          <a:prstGeom prst="round1Rect">
            <a:avLst>
              <a:gd fmla="val 2727" name="adj"/>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04" name="Google Shape;104;p17"/>
          <p:cNvSpPr txBox="1"/>
          <p:nvPr>
            <p:ph type="title"/>
          </p:nvPr>
        </p:nvSpPr>
        <p:spPr>
          <a:xfrm>
            <a:off x="514350" y="520700"/>
            <a:ext cx="3752851" cy="904094"/>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5" name="Google Shape;105;p17"/>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17"/>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107" name="Google Shape;107;p17"/>
          <p:cNvPicPr preferRelativeResize="0"/>
          <p:nvPr/>
        </p:nvPicPr>
        <p:blipFill rotWithShape="1">
          <a:blip r:embed="rId2">
            <a:alphaModFix/>
          </a:blip>
          <a:srcRect b="0" l="0" r="0" t="0"/>
          <a:stretch/>
        </p:blipFill>
        <p:spPr>
          <a:xfrm>
            <a:off x="7720892" y="147659"/>
            <a:ext cx="1225885" cy="219034"/>
          </a:xfrm>
          <a:prstGeom prst="rect">
            <a:avLst/>
          </a:prstGeom>
          <a:noFill/>
          <a:ln>
            <a:noFill/>
          </a:ln>
        </p:spPr>
      </p:pic>
      <p:sp>
        <p:nvSpPr>
          <p:cNvPr id="108" name="Google Shape;108;p17"/>
          <p:cNvSpPr txBox="1"/>
          <p:nvPr>
            <p:ph idx="1" type="body"/>
          </p:nvPr>
        </p:nvSpPr>
        <p:spPr>
          <a:xfrm>
            <a:off x="521495" y="1424794"/>
            <a:ext cx="3745707"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100"/>
              <a:buNone/>
              <a:defRPr sz="11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9" name="Google Shape;109;p17"/>
          <p:cNvSpPr txBox="1"/>
          <p:nvPr>
            <p:ph idx="2" type="body"/>
          </p:nvPr>
        </p:nvSpPr>
        <p:spPr>
          <a:xfrm>
            <a:off x="521495" y="2326680"/>
            <a:ext cx="3607571"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0" name="Google Shape;110;p17"/>
          <p:cNvSpPr txBox="1"/>
          <p:nvPr>
            <p:ph idx="3" type="body"/>
          </p:nvPr>
        </p:nvSpPr>
        <p:spPr>
          <a:xfrm>
            <a:off x="519389" y="2557513"/>
            <a:ext cx="3609698" cy="2065685"/>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17"/>
          <p:cNvSpPr txBox="1"/>
          <p:nvPr>
            <p:ph idx="4" type="body"/>
          </p:nvPr>
        </p:nvSpPr>
        <p:spPr>
          <a:xfrm>
            <a:off x="5327382" y="1329411"/>
            <a:ext cx="3302268" cy="19620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D8D8D8"/>
              </a:buClr>
              <a:buSzPts val="800"/>
              <a:buNone/>
              <a:defRPr b="0" sz="800">
                <a:solidFill>
                  <a:srgbClr val="D8D8D8"/>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2" name="Google Shape;112;p17"/>
          <p:cNvSpPr txBox="1"/>
          <p:nvPr>
            <p:ph idx="5" type="body"/>
          </p:nvPr>
        </p:nvSpPr>
        <p:spPr>
          <a:xfrm>
            <a:off x="5327382" y="524547"/>
            <a:ext cx="3302268" cy="90024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5400"/>
              <a:buNone/>
              <a:defRPr b="1" sz="54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3" name="Google Shape;113;p17"/>
          <p:cNvSpPr txBox="1"/>
          <p:nvPr>
            <p:ph idx="6" type="body"/>
          </p:nvPr>
        </p:nvSpPr>
        <p:spPr>
          <a:xfrm>
            <a:off x="5327383" y="1850916"/>
            <a:ext cx="3295124" cy="2550801"/>
          </a:xfrm>
          <a:prstGeom prst="rect">
            <a:avLst/>
          </a:prstGeom>
          <a:noFill/>
          <a:ln>
            <a:noFill/>
          </a:ln>
        </p:spPr>
        <p:txBody>
          <a:bodyPr anchorCtr="0" anchor="t" bIns="34275" lIns="68575" spcFirstLastPara="1" rIns="68575" wrap="square" tIns="34275">
            <a:noAutofit/>
          </a:bodyPr>
          <a:lstStyle>
            <a:lvl1pPr indent="-279400" lvl="0" marL="457200" algn="l">
              <a:lnSpc>
                <a:spcPct val="120000"/>
              </a:lnSpc>
              <a:spcBef>
                <a:spcPts val="600"/>
              </a:spcBef>
              <a:spcAft>
                <a:spcPts val="0"/>
              </a:spcAft>
              <a:buClr>
                <a:schemeClr val="accent3"/>
              </a:buClr>
              <a:buSzPts val="800"/>
              <a:buFont typeface="Inter"/>
              <a:buChar char="→"/>
              <a:defRPr>
                <a:solidFill>
                  <a:srgbClr val="D8D8D8"/>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114" name="Shape 114"/>
        <p:cNvGrpSpPr/>
        <p:nvPr/>
      </p:nvGrpSpPr>
      <p:grpSpPr>
        <a:xfrm>
          <a:off x="0" y="0"/>
          <a:ext cx="0" cy="0"/>
          <a:chOff x="0" y="0"/>
          <a:chExt cx="0" cy="0"/>
        </a:xfrm>
      </p:grpSpPr>
      <p:sp>
        <p:nvSpPr>
          <p:cNvPr id="115" name="Google Shape;115;p18"/>
          <p:cNvSpPr/>
          <p:nvPr/>
        </p:nvSpPr>
        <p:spPr>
          <a:xfrm>
            <a:off x="0" y="2009775"/>
            <a:ext cx="9144000" cy="3133725"/>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16" name="Google Shape;116;p18"/>
          <p:cNvSpPr txBox="1"/>
          <p:nvPr>
            <p:ph type="title"/>
          </p:nvPr>
        </p:nvSpPr>
        <p:spPr>
          <a:xfrm>
            <a:off x="4752973" y="520700"/>
            <a:ext cx="3876676" cy="904094"/>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3000"/>
              <a:buFont typeface="Poppi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7" name="Google Shape;117;p18"/>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18"/>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18"/>
          <p:cNvSpPr txBox="1"/>
          <p:nvPr>
            <p:ph idx="1" type="body"/>
          </p:nvPr>
        </p:nvSpPr>
        <p:spPr>
          <a:xfrm>
            <a:off x="4752973" y="1424794"/>
            <a:ext cx="3869295"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100"/>
              <a:buNone/>
              <a:defRPr sz="11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0" name="Google Shape;120;p18"/>
          <p:cNvSpPr/>
          <p:nvPr>
            <p:ph idx="2" type="pic"/>
          </p:nvPr>
        </p:nvSpPr>
        <p:spPr>
          <a:xfrm>
            <a:off x="573542" y="520700"/>
            <a:ext cx="3722234" cy="4102100"/>
          </a:xfrm>
          <a:prstGeom prst="rect">
            <a:avLst/>
          </a:prstGeom>
          <a:solidFill>
            <a:srgbClr val="AEAEAE"/>
          </a:solidFill>
          <a:ln>
            <a:noFill/>
          </a:ln>
        </p:spPr>
      </p:sp>
      <p:sp>
        <p:nvSpPr>
          <p:cNvPr id="121" name="Google Shape;121;p18"/>
          <p:cNvSpPr txBox="1"/>
          <p:nvPr>
            <p:ph idx="3" type="body"/>
          </p:nvPr>
        </p:nvSpPr>
        <p:spPr>
          <a:xfrm>
            <a:off x="4752972" y="2444303"/>
            <a:ext cx="3876677"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100"/>
              <a:buNone/>
              <a:defRPr b="1" sz="11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18"/>
          <p:cNvSpPr txBox="1"/>
          <p:nvPr>
            <p:ph idx="4" type="body"/>
          </p:nvPr>
        </p:nvSpPr>
        <p:spPr>
          <a:xfrm>
            <a:off x="4752974" y="2675136"/>
            <a:ext cx="3869295" cy="1947664"/>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D8D8D8"/>
              </a:buClr>
              <a:buSzPts val="800"/>
              <a:buNone/>
              <a:defRPr>
                <a:solidFill>
                  <a:srgbClr val="D8D8D8"/>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it works">
  <p:cSld name="How it works">
    <p:bg>
      <p:bgPr>
        <a:solidFill>
          <a:srgbClr val="F2F2F2"/>
        </a:solidFill>
      </p:bgPr>
    </p:bg>
    <p:spTree>
      <p:nvGrpSpPr>
        <p:cNvPr id="123" name="Shape 123"/>
        <p:cNvGrpSpPr/>
        <p:nvPr/>
      </p:nvGrpSpPr>
      <p:grpSpPr>
        <a:xfrm>
          <a:off x="0" y="0"/>
          <a:ext cx="0" cy="0"/>
          <a:chOff x="0" y="0"/>
          <a:chExt cx="0" cy="0"/>
        </a:xfrm>
      </p:grpSpPr>
      <p:sp>
        <p:nvSpPr>
          <p:cNvPr id="124" name="Google Shape;124;p19"/>
          <p:cNvSpPr txBox="1"/>
          <p:nvPr>
            <p:ph type="title"/>
          </p:nvPr>
        </p:nvSpPr>
        <p:spPr>
          <a:xfrm>
            <a:off x="514349" y="520700"/>
            <a:ext cx="8115299" cy="488595"/>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3000"/>
              <a:buFont typeface="Poppi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5" name="Google Shape;125;p19"/>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6" name="Google Shape;126;p19"/>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9"/>
          <p:cNvSpPr/>
          <p:nvPr/>
        </p:nvSpPr>
        <p:spPr>
          <a:xfrm>
            <a:off x="314326" y="2078831"/>
            <a:ext cx="2032544" cy="2543968"/>
          </a:xfrm>
          <a:prstGeom prst="roundRect">
            <a:avLst>
              <a:gd fmla="val 3889"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28" name="Google Shape;128;p19"/>
          <p:cNvSpPr txBox="1"/>
          <p:nvPr>
            <p:ph idx="1" type="body"/>
          </p:nvPr>
        </p:nvSpPr>
        <p:spPr>
          <a:xfrm>
            <a:off x="516494" y="2507434"/>
            <a:ext cx="1631532"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9" name="Google Shape;129;p19"/>
          <p:cNvSpPr txBox="1"/>
          <p:nvPr>
            <p:ph idx="2" type="body"/>
          </p:nvPr>
        </p:nvSpPr>
        <p:spPr>
          <a:xfrm>
            <a:off x="514350" y="2738267"/>
            <a:ext cx="1632495" cy="167657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0" name="Google Shape;130;p19"/>
          <p:cNvSpPr/>
          <p:nvPr/>
        </p:nvSpPr>
        <p:spPr>
          <a:xfrm>
            <a:off x="514350" y="1627394"/>
            <a:ext cx="582938" cy="582938"/>
          </a:xfrm>
          <a:prstGeom prst="roundRect">
            <a:avLst>
              <a:gd fmla="val 16667"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31" name="Google Shape;131;p19"/>
          <p:cNvSpPr/>
          <p:nvPr>
            <p:ph idx="3" type="pic"/>
          </p:nvPr>
        </p:nvSpPr>
        <p:spPr>
          <a:xfrm>
            <a:off x="668685" y="1781729"/>
            <a:ext cx="274268" cy="274267"/>
          </a:xfrm>
          <a:prstGeom prst="rect">
            <a:avLst/>
          </a:prstGeom>
          <a:noFill/>
          <a:ln>
            <a:noFill/>
          </a:ln>
        </p:spPr>
      </p:sp>
      <p:sp>
        <p:nvSpPr>
          <p:cNvPr id="132" name="Google Shape;132;p19"/>
          <p:cNvSpPr/>
          <p:nvPr/>
        </p:nvSpPr>
        <p:spPr>
          <a:xfrm>
            <a:off x="2475261" y="2078831"/>
            <a:ext cx="2032543" cy="2543968"/>
          </a:xfrm>
          <a:prstGeom prst="roundRect">
            <a:avLst>
              <a:gd fmla="val 3889"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33" name="Google Shape;133;p19"/>
          <p:cNvSpPr txBox="1"/>
          <p:nvPr>
            <p:ph idx="4" type="body"/>
          </p:nvPr>
        </p:nvSpPr>
        <p:spPr>
          <a:xfrm>
            <a:off x="2677430" y="2507434"/>
            <a:ext cx="1631532"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19"/>
          <p:cNvSpPr txBox="1"/>
          <p:nvPr>
            <p:ph idx="5" type="body"/>
          </p:nvPr>
        </p:nvSpPr>
        <p:spPr>
          <a:xfrm>
            <a:off x="2675285" y="2738267"/>
            <a:ext cx="1632495" cy="167657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5" name="Google Shape;135;p19"/>
          <p:cNvSpPr/>
          <p:nvPr/>
        </p:nvSpPr>
        <p:spPr>
          <a:xfrm>
            <a:off x="2675285" y="1627394"/>
            <a:ext cx="582938" cy="582938"/>
          </a:xfrm>
          <a:prstGeom prst="roundRect">
            <a:avLst>
              <a:gd fmla="val 16667"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36" name="Google Shape;136;p19"/>
          <p:cNvSpPr/>
          <p:nvPr>
            <p:ph idx="6" type="pic"/>
          </p:nvPr>
        </p:nvSpPr>
        <p:spPr>
          <a:xfrm>
            <a:off x="2829620" y="1781729"/>
            <a:ext cx="274267" cy="274267"/>
          </a:xfrm>
          <a:prstGeom prst="rect">
            <a:avLst/>
          </a:prstGeom>
          <a:noFill/>
          <a:ln>
            <a:noFill/>
          </a:ln>
        </p:spPr>
      </p:sp>
      <p:sp>
        <p:nvSpPr>
          <p:cNvPr id="137" name="Google Shape;137;p19"/>
          <p:cNvSpPr/>
          <p:nvPr/>
        </p:nvSpPr>
        <p:spPr>
          <a:xfrm>
            <a:off x="4636196" y="2078831"/>
            <a:ext cx="2032543" cy="2543968"/>
          </a:xfrm>
          <a:prstGeom prst="roundRect">
            <a:avLst>
              <a:gd fmla="val 3889"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38" name="Google Shape;138;p19"/>
          <p:cNvSpPr txBox="1"/>
          <p:nvPr>
            <p:ph idx="7" type="body"/>
          </p:nvPr>
        </p:nvSpPr>
        <p:spPr>
          <a:xfrm>
            <a:off x="4838365" y="2507434"/>
            <a:ext cx="1631532"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9" name="Google Shape;139;p19"/>
          <p:cNvSpPr txBox="1"/>
          <p:nvPr>
            <p:ph idx="8" type="body"/>
          </p:nvPr>
        </p:nvSpPr>
        <p:spPr>
          <a:xfrm>
            <a:off x="4836221" y="2738267"/>
            <a:ext cx="1632495" cy="167657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0" name="Google Shape;140;p19"/>
          <p:cNvSpPr/>
          <p:nvPr/>
        </p:nvSpPr>
        <p:spPr>
          <a:xfrm>
            <a:off x="4836219" y="1627394"/>
            <a:ext cx="582938" cy="582938"/>
          </a:xfrm>
          <a:prstGeom prst="roundRect">
            <a:avLst>
              <a:gd fmla="val 16667"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41" name="Google Shape;141;p19"/>
          <p:cNvSpPr/>
          <p:nvPr>
            <p:ph idx="9" type="pic"/>
          </p:nvPr>
        </p:nvSpPr>
        <p:spPr>
          <a:xfrm>
            <a:off x="4990556" y="1781729"/>
            <a:ext cx="274268" cy="274267"/>
          </a:xfrm>
          <a:prstGeom prst="rect">
            <a:avLst/>
          </a:prstGeom>
          <a:noFill/>
          <a:ln>
            <a:noFill/>
          </a:ln>
        </p:spPr>
      </p:sp>
      <p:sp>
        <p:nvSpPr>
          <p:cNvPr id="142" name="Google Shape;142;p19"/>
          <p:cNvSpPr/>
          <p:nvPr/>
        </p:nvSpPr>
        <p:spPr>
          <a:xfrm>
            <a:off x="6797131" y="2078831"/>
            <a:ext cx="2032543" cy="2543968"/>
          </a:xfrm>
          <a:prstGeom prst="roundRect">
            <a:avLst>
              <a:gd fmla="val 3889"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43" name="Google Shape;143;p19"/>
          <p:cNvSpPr txBox="1"/>
          <p:nvPr>
            <p:ph idx="13" type="body"/>
          </p:nvPr>
        </p:nvSpPr>
        <p:spPr>
          <a:xfrm>
            <a:off x="6999299" y="2507434"/>
            <a:ext cx="1631532"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4" name="Google Shape;144;p19"/>
          <p:cNvSpPr txBox="1"/>
          <p:nvPr>
            <p:ph idx="14" type="body"/>
          </p:nvPr>
        </p:nvSpPr>
        <p:spPr>
          <a:xfrm>
            <a:off x="6997155" y="2738267"/>
            <a:ext cx="1632495" cy="167657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5" name="Google Shape;145;p19"/>
          <p:cNvSpPr/>
          <p:nvPr/>
        </p:nvSpPr>
        <p:spPr>
          <a:xfrm>
            <a:off x="6997155" y="1627394"/>
            <a:ext cx="582938" cy="582938"/>
          </a:xfrm>
          <a:prstGeom prst="roundRect">
            <a:avLst>
              <a:gd fmla="val 16667"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oppins"/>
              <a:ea typeface="Poppins"/>
              <a:cs typeface="Poppins"/>
              <a:sym typeface="Poppins"/>
            </a:endParaRPr>
          </a:p>
        </p:txBody>
      </p:sp>
      <p:sp>
        <p:nvSpPr>
          <p:cNvPr id="146" name="Google Shape;146;p19"/>
          <p:cNvSpPr/>
          <p:nvPr>
            <p:ph idx="15" type="pic"/>
          </p:nvPr>
        </p:nvSpPr>
        <p:spPr>
          <a:xfrm>
            <a:off x="7151490" y="1781729"/>
            <a:ext cx="274268" cy="274267"/>
          </a:xfrm>
          <a:prstGeom prst="rect">
            <a:avLst/>
          </a:prstGeom>
          <a:noFill/>
          <a:ln>
            <a:noFill/>
          </a:ln>
        </p:spPr>
      </p:sp>
      <p:sp>
        <p:nvSpPr>
          <p:cNvPr id="147" name="Google Shape;147;p19"/>
          <p:cNvSpPr txBox="1"/>
          <p:nvPr>
            <p:ph idx="16" type="body"/>
          </p:nvPr>
        </p:nvSpPr>
        <p:spPr>
          <a:xfrm>
            <a:off x="514349" y="1009295"/>
            <a:ext cx="3745707"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100"/>
              <a:buNone/>
              <a:defRPr sz="11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148" name="Google Shape;148;p19"/>
          <p:cNvCxnSpPr/>
          <p:nvPr/>
        </p:nvCxnSpPr>
        <p:spPr>
          <a:xfrm>
            <a:off x="1234776" y="1918863"/>
            <a:ext cx="1303020" cy="0"/>
          </a:xfrm>
          <a:prstGeom prst="straightConnector1">
            <a:avLst/>
          </a:prstGeom>
          <a:noFill/>
          <a:ln cap="rnd" cmpd="sng" w="25400">
            <a:solidFill>
              <a:schemeClr val="accent3"/>
            </a:solidFill>
            <a:prstDash val="solid"/>
            <a:round/>
            <a:headEnd len="sm" w="sm" type="none"/>
            <a:tailEnd len="med" w="med" type="stealth"/>
          </a:ln>
        </p:spPr>
      </p:cxnSp>
      <p:cxnSp>
        <p:nvCxnSpPr>
          <p:cNvPr id="149" name="Google Shape;149;p19"/>
          <p:cNvCxnSpPr/>
          <p:nvPr/>
        </p:nvCxnSpPr>
        <p:spPr>
          <a:xfrm>
            <a:off x="3395710" y="1918863"/>
            <a:ext cx="1303020" cy="0"/>
          </a:xfrm>
          <a:prstGeom prst="straightConnector1">
            <a:avLst/>
          </a:prstGeom>
          <a:noFill/>
          <a:ln cap="rnd" cmpd="sng" w="25400">
            <a:solidFill>
              <a:schemeClr val="accent3"/>
            </a:solidFill>
            <a:prstDash val="solid"/>
            <a:round/>
            <a:headEnd len="sm" w="sm" type="none"/>
            <a:tailEnd len="med" w="med" type="stealth"/>
          </a:ln>
        </p:spPr>
      </p:cxnSp>
      <p:cxnSp>
        <p:nvCxnSpPr>
          <p:cNvPr id="150" name="Google Shape;150;p19"/>
          <p:cNvCxnSpPr/>
          <p:nvPr/>
        </p:nvCxnSpPr>
        <p:spPr>
          <a:xfrm>
            <a:off x="5556645" y="1918863"/>
            <a:ext cx="1303020" cy="0"/>
          </a:xfrm>
          <a:prstGeom prst="straightConnector1">
            <a:avLst/>
          </a:prstGeom>
          <a:noFill/>
          <a:ln cap="rnd" cmpd="sng" w="25400">
            <a:solidFill>
              <a:schemeClr val="accent3"/>
            </a:solidFill>
            <a:prstDash val="solid"/>
            <a:round/>
            <a:headEnd len="sm" w="sm" type="none"/>
            <a:tailEnd len="med" w="med" type="stealth"/>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bg>
      <p:bgPr>
        <a:solidFill>
          <a:schemeClr val="dk2"/>
        </a:solidFill>
      </p:bgPr>
    </p:bg>
    <p:spTree>
      <p:nvGrpSpPr>
        <p:cNvPr id="151" name="Shape 151"/>
        <p:cNvGrpSpPr/>
        <p:nvPr/>
      </p:nvGrpSpPr>
      <p:grpSpPr>
        <a:xfrm>
          <a:off x="0" y="0"/>
          <a:ext cx="0" cy="0"/>
          <a:chOff x="0" y="0"/>
          <a:chExt cx="0" cy="0"/>
        </a:xfrm>
      </p:grpSpPr>
      <p:sp>
        <p:nvSpPr>
          <p:cNvPr id="152" name="Google Shape;152;p20"/>
          <p:cNvSpPr txBox="1"/>
          <p:nvPr>
            <p:ph type="title"/>
          </p:nvPr>
        </p:nvSpPr>
        <p:spPr>
          <a:xfrm>
            <a:off x="1482854" y="1499746"/>
            <a:ext cx="6178293" cy="1568506"/>
          </a:xfrm>
          <a:prstGeom prst="rect">
            <a:avLst/>
          </a:prstGeom>
          <a:noFill/>
          <a:ln>
            <a:noFill/>
          </a:ln>
        </p:spPr>
        <p:txBody>
          <a:bodyPr anchorCtr="0" anchor="t" bIns="34275" lIns="68575" spcFirstLastPara="1" rIns="68575" wrap="square" tIns="34275">
            <a:noAutofit/>
          </a:bodyPr>
          <a:lstStyle>
            <a:lvl1pPr lvl="0" algn="ctr">
              <a:lnSpc>
                <a:spcPct val="90000"/>
              </a:lnSpc>
              <a:spcBef>
                <a:spcPts val="0"/>
              </a:spcBef>
              <a:spcAft>
                <a:spcPts val="0"/>
              </a:spcAft>
              <a:buClr>
                <a:schemeClr val="lt1"/>
              </a:buClr>
              <a:buSzPts val="2700"/>
              <a:buFont typeface="Poppins"/>
              <a:buNone/>
              <a:defRPr b="1" sz="27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3" name="Google Shape;153;p20"/>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4" name="Google Shape;154;p20"/>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155" name="Google Shape;155;p20"/>
          <p:cNvPicPr preferRelativeResize="0"/>
          <p:nvPr/>
        </p:nvPicPr>
        <p:blipFill rotWithShape="1">
          <a:blip r:embed="rId2">
            <a:alphaModFix/>
          </a:blip>
          <a:srcRect b="0" l="0" r="0" t="0"/>
          <a:stretch/>
        </p:blipFill>
        <p:spPr>
          <a:xfrm>
            <a:off x="7720892" y="147659"/>
            <a:ext cx="1225885" cy="219034"/>
          </a:xfrm>
          <a:prstGeom prst="rect">
            <a:avLst/>
          </a:prstGeom>
          <a:noFill/>
          <a:ln>
            <a:noFill/>
          </a:ln>
        </p:spPr>
      </p:pic>
      <p:sp>
        <p:nvSpPr>
          <p:cNvPr id="156" name="Google Shape;156;p20"/>
          <p:cNvSpPr/>
          <p:nvPr/>
        </p:nvSpPr>
        <p:spPr>
          <a:xfrm rot="10800000">
            <a:off x="4366548" y="947958"/>
            <a:ext cx="410904" cy="347688"/>
          </a:xfrm>
          <a:custGeom>
            <a:rect b="b" l="l" r="r" t="t"/>
            <a:pathLst>
              <a:path extrusionOk="0" h="3828965" w="4525146">
                <a:moveTo>
                  <a:pt x="3829135" y="0"/>
                </a:moveTo>
                <a:lnTo>
                  <a:pt x="4003128" y="0"/>
                </a:lnTo>
                <a:cubicBezTo>
                  <a:pt x="4050277" y="0"/>
                  <a:pt x="4091082" y="17259"/>
                  <a:pt x="4125506" y="51664"/>
                </a:cubicBezTo>
                <a:cubicBezTo>
                  <a:pt x="4159929" y="86116"/>
                  <a:pt x="4177207" y="126930"/>
                  <a:pt x="4177207" y="174060"/>
                </a:cubicBezTo>
                <a:lnTo>
                  <a:pt x="4177207" y="522180"/>
                </a:lnTo>
                <a:cubicBezTo>
                  <a:pt x="4177207" y="569319"/>
                  <a:pt x="4159919" y="610095"/>
                  <a:pt x="4125506" y="644547"/>
                </a:cubicBezTo>
                <a:cubicBezTo>
                  <a:pt x="4091073" y="678980"/>
                  <a:pt x="4050268" y="696211"/>
                  <a:pt x="4003128" y="696211"/>
                </a:cubicBezTo>
                <a:lnTo>
                  <a:pt x="3829135" y="696211"/>
                </a:lnTo>
                <a:cubicBezTo>
                  <a:pt x="3636873" y="696211"/>
                  <a:pt x="3472795" y="764210"/>
                  <a:pt x="3336864" y="900151"/>
                </a:cubicBezTo>
                <a:cubicBezTo>
                  <a:pt x="3200942" y="1036139"/>
                  <a:pt x="3132943" y="1200198"/>
                  <a:pt x="3132943" y="1392384"/>
                </a:cubicBezTo>
                <a:lnTo>
                  <a:pt x="3132943" y="1479366"/>
                </a:lnTo>
                <a:cubicBezTo>
                  <a:pt x="3132943" y="1551908"/>
                  <a:pt x="3158299" y="1613545"/>
                  <a:pt x="3209086" y="1664313"/>
                </a:cubicBezTo>
                <a:cubicBezTo>
                  <a:pt x="3259769" y="1715081"/>
                  <a:pt x="3321481" y="1740456"/>
                  <a:pt x="3393966" y="1740456"/>
                </a:cubicBezTo>
                <a:lnTo>
                  <a:pt x="4003119" y="1740456"/>
                </a:lnTo>
                <a:cubicBezTo>
                  <a:pt x="4148175" y="1740456"/>
                  <a:pt x="4271457" y="1791224"/>
                  <a:pt x="4372956" y="1892722"/>
                </a:cubicBezTo>
                <a:cubicBezTo>
                  <a:pt x="4474464" y="1994297"/>
                  <a:pt x="4525156" y="2117503"/>
                  <a:pt x="4525146" y="2262597"/>
                </a:cubicBezTo>
                <a:lnTo>
                  <a:pt x="4525146" y="3306814"/>
                </a:lnTo>
                <a:cubicBezTo>
                  <a:pt x="4525146" y="3451927"/>
                  <a:pt x="4474464" y="3575142"/>
                  <a:pt x="4372889" y="3676707"/>
                </a:cubicBezTo>
                <a:cubicBezTo>
                  <a:pt x="4271391" y="3778215"/>
                  <a:pt x="4148118" y="3828965"/>
                  <a:pt x="4003062" y="3828965"/>
                </a:cubicBezTo>
                <a:lnTo>
                  <a:pt x="2958807" y="3828965"/>
                </a:lnTo>
                <a:cubicBezTo>
                  <a:pt x="2813761" y="3828965"/>
                  <a:pt x="2690479" y="3778215"/>
                  <a:pt x="2588971" y="3676707"/>
                </a:cubicBezTo>
                <a:cubicBezTo>
                  <a:pt x="2487472" y="3575142"/>
                  <a:pt x="2436685" y="3451927"/>
                  <a:pt x="2436685" y="3306814"/>
                </a:cubicBezTo>
                <a:lnTo>
                  <a:pt x="2436685" y="1392374"/>
                </a:lnTo>
                <a:cubicBezTo>
                  <a:pt x="2436685" y="1203827"/>
                  <a:pt x="2473451" y="1023880"/>
                  <a:pt x="2546861" y="852554"/>
                </a:cubicBezTo>
                <a:cubicBezTo>
                  <a:pt x="2620260" y="681209"/>
                  <a:pt x="2719549" y="533010"/>
                  <a:pt x="2844660" y="407956"/>
                </a:cubicBezTo>
                <a:cubicBezTo>
                  <a:pt x="2969771" y="282845"/>
                  <a:pt x="3117913" y="183575"/>
                  <a:pt x="3289211" y="110138"/>
                </a:cubicBezTo>
                <a:cubicBezTo>
                  <a:pt x="3460603" y="36747"/>
                  <a:pt x="3640464" y="0"/>
                  <a:pt x="3829135" y="0"/>
                </a:cubicBezTo>
                <a:close/>
                <a:moveTo>
                  <a:pt x="1392355" y="0"/>
                </a:moveTo>
                <a:lnTo>
                  <a:pt x="1566386" y="0"/>
                </a:lnTo>
                <a:cubicBezTo>
                  <a:pt x="1613526" y="0"/>
                  <a:pt x="1654302" y="17259"/>
                  <a:pt x="1688754" y="51664"/>
                </a:cubicBezTo>
                <a:cubicBezTo>
                  <a:pt x="1723187" y="86116"/>
                  <a:pt x="1740418" y="126930"/>
                  <a:pt x="1740418" y="174060"/>
                </a:cubicBezTo>
                <a:lnTo>
                  <a:pt x="1740418" y="522180"/>
                </a:lnTo>
                <a:cubicBezTo>
                  <a:pt x="1740418" y="569319"/>
                  <a:pt x="1723196" y="610095"/>
                  <a:pt x="1688754" y="644547"/>
                </a:cubicBezTo>
                <a:cubicBezTo>
                  <a:pt x="1654293" y="678980"/>
                  <a:pt x="1613516" y="696211"/>
                  <a:pt x="1566386" y="696211"/>
                </a:cubicBezTo>
                <a:lnTo>
                  <a:pt x="1392355" y="696211"/>
                </a:lnTo>
                <a:cubicBezTo>
                  <a:pt x="1200188" y="696211"/>
                  <a:pt x="1036101" y="764210"/>
                  <a:pt x="900122" y="900151"/>
                </a:cubicBezTo>
                <a:cubicBezTo>
                  <a:pt x="764134" y="1036139"/>
                  <a:pt x="696135" y="1200198"/>
                  <a:pt x="696135" y="1392384"/>
                </a:cubicBezTo>
                <a:lnTo>
                  <a:pt x="696135" y="1479366"/>
                </a:lnTo>
                <a:cubicBezTo>
                  <a:pt x="696135" y="1551908"/>
                  <a:pt x="721538" y="1613545"/>
                  <a:pt x="772278" y="1664313"/>
                </a:cubicBezTo>
                <a:cubicBezTo>
                  <a:pt x="823046" y="1715081"/>
                  <a:pt x="884701" y="1740456"/>
                  <a:pt x="957224" y="1740456"/>
                </a:cubicBezTo>
                <a:lnTo>
                  <a:pt x="1566386" y="1740456"/>
                </a:lnTo>
                <a:cubicBezTo>
                  <a:pt x="1711404" y="1740456"/>
                  <a:pt x="1834725" y="1791224"/>
                  <a:pt x="1936223" y="1892722"/>
                </a:cubicBezTo>
                <a:cubicBezTo>
                  <a:pt x="2037798" y="1994297"/>
                  <a:pt x="2088566" y="2117512"/>
                  <a:pt x="2088566" y="2262597"/>
                </a:cubicBezTo>
                <a:lnTo>
                  <a:pt x="2088566" y="3306814"/>
                </a:lnTo>
                <a:cubicBezTo>
                  <a:pt x="2088566" y="3451927"/>
                  <a:pt x="2037798" y="3575142"/>
                  <a:pt x="1936290" y="3676707"/>
                </a:cubicBezTo>
                <a:cubicBezTo>
                  <a:pt x="1834744" y="3778215"/>
                  <a:pt x="1711471" y="3828965"/>
                  <a:pt x="1566453" y="3828965"/>
                </a:cubicBezTo>
                <a:lnTo>
                  <a:pt x="522141" y="3828965"/>
                </a:lnTo>
                <a:cubicBezTo>
                  <a:pt x="377114" y="3828965"/>
                  <a:pt x="253803" y="3778215"/>
                  <a:pt x="152267" y="3676707"/>
                </a:cubicBezTo>
                <a:cubicBezTo>
                  <a:pt x="50740" y="3575142"/>
                  <a:pt x="0" y="3451927"/>
                  <a:pt x="0" y="3306814"/>
                </a:cubicBezTo>
                <a:lnTo>
                  <a:pt x="0" y="1392374"/>
                </a:lnTo>
                <a:cubicBezTo>
                  <a:pt x="0" y="1203827"/>
                  <a:pt x="36719" y="1023880"/>
                  <a:pt x="110147" y="852554"/>
                </a:cubicBezTo>
                <a:cubicBezTo>
                  <a:pt x="183575" y="681209"/>
                  <a:pt x="282816" y="533010"/>
                  <a:pt x="407918" y="407956"/>
                </a:cubicBezTo>
                <a:cubicBezTo>
                  <a:pt x="533029" y="282845"/>
                  <a:pt x="681218" y="183575"/>
                  <a:pt x="852545" y="110138"/>
                </a:cubicBezTo>
                <a:cubicBezTo>
                  <a:pt x="1023890" y="36747"/>
                  <a:pt x="1203789" y="0"/>
                  <a:pt x="1392355" y="0"/>
                </a:cubicBezTo>
                <a:close/>
              </a:path>
            </a:pathLst>
          </a:custGeom>
          <a:gradFill>
            <a:gsLst>
              <a:gs pos="0">
                <a:schemeClr val="accent1"/>
              </a:gs>
              <a:gs pos="100000">
                <a:schemeClr val="accent2"/>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p:txBody>
      </p:sp>
      <p:sp>
        <p:nvSpPr>
          <p:cNvPr id="157" name="Google Shape;157;p20"/>
          <p:cNvSpPr/>
          <p:nvPr>
            <p:ph idx="2" type="pic"/>
          </p:nvPr>
        </p:nvSpPr>
        <p:spPr>
          <a:xfrm>
            <a:off x="4390493" y="3799398"/>
            <a:ext cx="363015" cy="363015"/>
          </a:xfrm>
          <a:prstGeom prst="ellipse">
            <a:avLst/>
          </a:prstGeom>
          <a:solidFill>
            <a:srgbClr val="AEAEAE"/>
          </a:solidFill>
          <a:ln>
            <a:noFill/>
          </a:ln>
        </p:spPr>
      </p:sp>
      <p:sp>
        <p:nvSpPr>
          <p:cNvPr id="158" name="Google Shape;158;p20"/>
          <p:cNvSpPr txBox="1"/>
          <p:nvPr>
            <p:ph idx="1" type="body"/>
          </p:nvPr>
        </p:nvSpPr>
        <p:spPr>
          <a:xfrm>
            <a:off x="3789546" y="4271138"/>
            <a:ext cx="1564908" cy="196207"/>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D8D8D8"/>
              </a:buClr>
              <a:buSzPts val="800"/>
              <a:buNone/>
              <a:defRPr b="0" sz="800">
                <a:solidFill>
                  <a:srgbClr val="D8D8D8"/>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Infographic">
  <p:cSld name="Big Number Infographic">
    <p:bg>
      <p:bgPr>
        <a:solidFill>
          <a:srgbClr val="F2F2F2"/>
        </a:solidFill>
      </p:bgPr>
    </p:bg>
    <p:spTree>
      <p:nvGrpSpPr>
        <p:cNvPr id="159" name="Shape 159"/>
        <p:cNvGrpSpPr/>
        <p:nvPr/>
      </p:nvGrpSpPr>
      <p:grpSpPr>
        <a:xfrm>
          <a:off x="0" y="0"/>
          <a:ext cx="0" cy="0"/>
          <a:chOff x="0" y="0"/>
          <a:chExt cx="0" cy="0"/>
        </a:xfrm>
      </p:grpSpPr>
      <p:sp>
        <p:nvSpPr>
          <p:cNvPr id="160" name="Google Shape;160;p21"/>
          <p:cNvSpPr txBox="1"/>
          <p:nvPr>
            <p:ph type="title"/>
          </p:nvPr>
        </p:nvSpPr>
        <p:spPr>
          <a:xfrm>
            <a:off x="514350" y="520700"/>
            <a:ext cx="5091794" cy="488595"/>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1" name="Google Shape;161;p21"/>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2" name="Google Shape;162;p21"/>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3" name="Google Shape;163;p21"/>
          <p:cNvSpPr/>
          <p:nvPr/>
        </p:nvSpPr>
        <p:spPr>
          <a:xfrm rot="-5400000">
            <a:off x="5521041" y="1006185"/>
            <a:ext cx="4114797" cy="3131125"/>
          </a:xfrm>
          <a:prstGeom prst="round2SameRect">
            <a:avLst>
              <a:gd fmla="val 4458" name="adj1"/>
              <a:gd fmla="val 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164" name="Google Shape;164;p21"/>
          <p:cNvSpPr/>
          <p:nvPr/>
        </p:nvSpPr>
        <p:spPr>
          <a:xfrm>
            <a:off x="580724" y="1328057"/>
            <a:ext cx="3301093" cy="3301093"/>
          </a:xfrm>
          <a:prstGeom prst="ellipse">
            <a:avLst/>
          </a:prstGeom>
          <a:solidFill>
            <a:srgbClr val="013C9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165" name="Google Shape;165;p21"/>
          <p:cNvSpPr/>
          <p:nvPr/>
        </p:nvSpPr>
        <p:spPr>
          <a:xfrm>
            <a:off x="840601" y="1847810"/>
            <a:ext cx="2781340" cy="2781340"/>
          </a:xfrm>
          <a:prstGeom prst="ellipse">
            <a:avLst/>
          </a:prstGeom>
          <a:solidFill>
            <a:srgbClr val="025AD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166" name="Google Shape;166;p21"/>
          <p:cNvSpPr/>
          <p:nvPr/>
        </p:nvSpPr>
        <p:spPr>
          <a:xfrm>
            <a:off x="1099749" y="2366107"/>
            <a:ext cx="2263043" cy="2263043"/>
          </a:xfrm>
          <a:prstGeom prst="ellipse">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167" name="Google Shape;167;p21"/>
          <p:cNvSpPr/>
          <p:nvPr/>
        </p:nvSpPr>
        <p:spPr>
          <a:xfrm>
            <a:off x="1361032" y="2888673"/>
            <a:ext cx="1740476" cy="1740476"/>
          </a:xfrm>
          <a:prstGeom prst="ellipse">
            <a:avLst/>
          </a:prstGeom>
          <a:solidFill>
            <a:srgbClr val="7EB2F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cxnSp>
        <p:nvCxnSpPr>
          <p:cNvPr id="168" name="Google Shape;168;p21"/>
          <p:cNvCxnSpPr/>
          <p:nvPr/>
        </p:nvCxnSpPr>
        <p:spPr>
          <a:xfrm>
            <a:off x="2619372" y="1620370"/>
            <a:ext cx="1574527" cy="611"/>
          </a:xfrm>
          <a:prstGeom prst="straightConnector1">
            <a:avLst/>
          </a:prstGeom>
          <a:noFill/>
          <a:ln cap="rnd" cmpd="sng" w="9525">
            <a:solidFill>
              <a:srgbClr val="013C93"/>
            </a:solidFill>
            <a:prstDash val="solid"/>
            <a:round/>
            <a:headEnd len="sm" w="sm" type="none"/>
            <a:tailEnd len="med" w="med" type="oval"/>
          </a:ln>
        </p:spPr>
      </p:cxnSp>
      <p:cxnSp>
        <p:nvCxnSpPr>
          <p:cNvPr id="169" name="Google Shape;169;p21"/>
          <p:cNvCxnSpPr/>
          <p:nvPr/>
        </p:nvCxnSpPr>
        <p:spPr>
          <a:xfrm>
            <a:off x="2619372" y="2138668"/>
            <a:ext cx="1574527" cy="611"/>
          </a:xfrm>
          <a:prstGeom prst="straightConnector1">
            <a:avLst/>
          </a:prstGeom>
          <a:noFill/>
          <a:ln cap="rnd" cmpd="sng" w="9525">
            <a:solidFill>
              <a:srgbClr val="025ADC"/>
            </a:solidFill>
            <a:prstDash val="solid"/>
            <a:round/>
            <a:headEnd len="sm" w="sm" type="none"/>
            <a:tailEnd len="med" w="med" type="oval"/>
          </a:ln>
        </p:spPr>
      </p:cxnSp>
      <p:cxnSp>
        <p:nvCxnSpPr>
          <p:cNvPr id="170" name="Google Shape;170;p21"/>
          <p:cNvCxnSpPr/>
          <p:nvPr/>
        </p:nvCxnSpPr>
        <p:spPr>
          <a:xfrm>
            <a:off x="2619372" y="2656965"/>
            <a:ext cx="1574527" cy="611"/>
          </a:xfrm>
          <a:prstGeom prst="straightConnector1">
            <a:avLst/>
          </a:prstGeom>
          <a:noFill/>
          <a:ln cap="rnd" cmpd="sng" w="9525">
            <a:solidFill>
              <a:schemeClr val="accent3"/>
            </a:solidFill>
            <a:prstDash val="solid"/>
            <a:round/>
            <a:headEnd len="sm" w="sm" type="none"/>
            <a:tailEnd len="med" w="med" type="oval"/>
          </a:ln>
        </p:spPr>
      </p:cxnSp>
      <p:cxnSp>
        <p:nvCxnSpPr>
          <p:cNvPr id="171" name="Google Shape;171;p21"/>
          <p:cNvCxnSpPr/>
          <p:nvPr/>
        </p:nvCxnSpPr>
        <p:spPr>
          <a:xfrm>
            <a:off x="2619372" y="3758300"/>
            <a:ext cx="1574527" cy="611"/>
          </a:xfrm>
          <a:prstGeom prst="straightConnector1">
            <a:avLst/>
          </a:prstGeom>
          <a:noFill/>
          <a:ln cap="rnd" cmpd="sng" w="9525">
            <a:solidFill>
              <a:srgbClr val="7EB2FE"/>
            </a:solidFill>
            <a:prstDash val="solid"/>
            <a:round/>
            <a:headEnd len="sm" w="sm" type="none"/>
            <a:tailEnd len="med" w="med" type="oval"/>
          </a:ln>
        </p:spPr>
      </p:cxnSp>
      <p:sp>
        <p:nvSpPr>
          <p:cNvPr id="172" name="Google Shape;172;p21"/>
          <p:cNvSpPr txBox="1"/>
          <p:nvPr>
            <p:ph idx="1" type="body"/>
          </p:nvPr>
        </p:nvSpPr>
        <p:spPr>
          <a:xfrm>
            <a:off x="1699655" y="1500975"/>
            <a:ext cx="1063227" cy="253915"/>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1" sz="12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3" name="Google Shape;173;p21"/>
          <p:cNvSpPr txBox="1"/>
          <p:nvPr>
            <p:ph idx="2" type="body"/>
          </p:nvPr>
        </p:nvSpPr>
        <p:spPr>
          <a:xfrm>
            <a:off x="1699655" y="2015367"/>
            <a:ext cx="1063227" cy="253915"/>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1" sz="12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4" name="Google Shape;174;p21"/>
          <p:cNvSpPr txBox="1"/>
          <p:nvPr>
            <p:ph idx="3" type="body"/>
          </p:nvPr>
        </p:nvSpPr>
        <p:spPr>
          <a:xfrm>
            <a:off x="1699655" y="2530007"/>
            <a:ext cx="1063227" cy="253915"/>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1" sz="12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5" name="Google Shape;175;p21"/>
          <p:cNvSpPr txBox="1"/>
          <p:nvPr>
            <p:ph idx="4" type="body"/>
          </p:nvPr>
        </p:nvSpPr>
        <p:spPr>
          <a:xfrm>
            <a:off x="1699655" y="3631341"/>
            <a:ext cx="1063227" cy="253915"/>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1" sz="12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6" name="Google Shape;176;p21"/>
          <p:cNvSpPr txBox="1"/>
          <p:nvPr>
            <p:ph idx="5" type="body"/>
          </p:nvPr>
        </p:nvSpPr>
        <p:spPr>
          <a:xfrm>
            <a:off x="4304685" y="1512516"/>
            <a:ext cx="1298699" cy="230833"/>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7" name="Google Shape;177;p21"/>
          <p:cNvSpPr txBox="1"/>
          <p:nvPr>
            <p:ph idx="6" type="body"/>
          </p:nvPr>
        </p:nvSpPr>
        <p:spPr>
          <a:xfrm>
            <a:off x="4304685" y="2026908"/>
            <a:ext cx="1298699" cy="230833"/>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8" name="Google Shape;178;p21"/>
          <p:cNvSpPr txBox="1"/>
          <p:nvPr>
            <p:ph idx="7" type="body"/>
          </p:nvPr>
        </p:nvSpPr>
        <p:spPr>
          <a:xfrm>
            <a:off x="4304685" y="2541548"/>
            <a:ext cx="1298699" cy="230833"/>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9" name="Google Shape;179;p21"/>
          <p:cNvSpPr txBox="1"/>
          <p:nvPr>
            <p:ph idx="8" type="body"/>
          </p:nvPr>
        </p:nvSpPr>
        <p:spPr>
          <a:xfrm>
            <a:off x="4304685" y="3642882"/>
            <a:ext cx="1298699" cy="230833"/>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0" name="Google Shape;180;p21"/>
          <p:cNvSpPr txBox="1"/>
          <p:nvPr>
            <p:ph idx="9" type="body"/>
          </p:nvPr>
        </p:nvSpPr>
        <p:spPr>
          <a:xfrm>
            <a:off x="6427348" y="770470"/>
            <a:ext cx="2203108"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1" name="Google Shape;181;p21"/>
          <p:cNvSpPr txBox="1"/>
          <p:nvPr>
            <p:ph idx="13" type="body"/>
          </p:nvPr>
        </p:nvSpPr>
        <p:spPr>
          <a:xfrm>
            <a:off x="6425243" y="1001303"/>
            <a:ext cx="2204408" cy="3370085"/>
          </a:xfrm>
          <a:prstGeom prst="rect">
            <a:avLst/>
          </a:prstGeom>
          <a:noFill/>
          <a:ln>
            <a:noFill/>
          </a:ln>
        </p:spPr>
        <p:txBody>
          <a:bodyPr anchorCtr="0" anchor="t" bIns="34275" lIns="68575" spcFirstLastPara="1" rIns="68575" wrap="square" tIns="34275">
            <a:noAutofit/>
          </a:bodyPr>
          <a:lstStyle>
            <a:lvl1pPr indent="-279400" lvl="0" marL="457200" algn="l">
              <a:lnSpc>
                <a:spcPct val="120000"/>
              </a:lnSpc>
              <a:spcBef>
                <a:spcPts val="600"/>
              </a:spcBef>
              <a:spcAft>
                <a:spcPts val="0"/>
              </a:spcAft>
              <a:buClr>
                <a:schemeClr val="accent3"/>
              </a:buClr>
              <a:buSzPts val="800"/>
              <a:buFont typeface="Inter"/>
              <a:buChar char="→"/>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spTree>
      <p:nvGrpSpPr>
        <p:cNvPr id="182" name="Shape 182"/>
        <p:cNvGrpSpPr/>
        <p:nvPr/>
      </p:nvGrpSpPr>
      <p:grpSpPr>
        <a:xfrm>
          <a:off x="0" y="0"/>
          <a:ext cx="0" cy="0"/>
          <a:chOff x="0" y="0"/>
          <a:chExt cx="0" cy="0"/>
        </a:xfrm>
      </p:grpSpPr>
      <p:sp>
        <p:nvSpPr>
          <p:cNvPr id="183" name="Google Shape;183;p22"/>
          <p:cNvSpPr/>
          <p:nvPr/>
        </p:nvSpPr>
        <p:spPr>
          <a:xfrm>
            <a:off x="1" y="0"/>
            <a:ext cx="3928722" cy="51435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184" name="Google Shape;184;p22"/>
          <p:cNvSpPr txBox="1"/>
          <p:nvPr>
            <p:ph type="title"/>
          </p:nvPr>
        </p:nvSpPr>
        <p:spPr>
          <a:xfrm>
            <a:off x="514350" y="520700"/>
            <a:ext cx="3086100" cy="904094"/>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3000"/>
              <a:buFont typeface="Poppi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5" name="Google Shape;185;p22"/>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6" name="Google Shape;186;p22"/>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7" name="Google Shape;187;p22"/>
          <p:cNvSpPr txBox="1"/>
          <p:nvPr>
            <p:ph idx="1" type="body"/>
          </p:nvPr>
        </p:nvSpPr>
        <p:spPr>
          <a:xfrm>
            <a:off x="514350" y="1424794"/>
            <a:ext cx="3086100"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100"/>
              <a:buNone/>
              <a:defRPr sz="11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8" name="Google Shape;188;p22"/>
          <p:cNvSpPr/>
          <p:nvPr>
            <p:ph idx="2" type="chart"/>
          </p:nvPr>
        </p:nvSpPr>
        <p:spPr>
          <a:xfrm>
            <a:off x="4443413" y="520304"/>
            <a:ext cx="4186238" cy="4108847"/>
          </a:xfrm>
          <a:prstGeom prst="rect">
            <a:avLst/>
          </a:prstGeom>
          <a:noFill/>
          <a:ln>
            <a:noFill/>
          </a:ln>
        </p:spPr>
        <p:txBody>
          <a:bodyPr anchorCtr="0" anchor="t" bIns="34275" lIns="68575" spcFirstLastPara="1" rIns="68575" wrap="square" tIns="34275">
            <a:noAutofit/>
          </a:bodyPr>
          <a:lstStyle>
            <a:lvl1pPr lvl="0" marR="0" rtl="0" algn="l">
              <a:lnSpc>
                <a:spcPct val="120000"/>
              </a:lnSpc>
              <a:spcBef>
                <a:spcPts val="600"/>
              </a:spcBef>
              <a:spcAft>
                <a:spcPts val="0"/>
              </a:spcAft>
              <a:buClr>
                <a:srgbClr val="595959"/>
              </a:buClr>
              <a:buSzPts val="800"/>
              <a:buFont typeface="Arial"/>
              <a:buNone/>
              <a:defRPr b="0" i="0" sz="800" u="none" cap="none" strike="noStrike">
                <a:solidFill>
                  <a:srgbClr val="595959"/>
                </a:solidFill>
                <a:latin typeface="Poppins"/>
                <a:ea typeface="Poppins"/>
                <a:cs typeface="Poppins"/>
                <a:sym typeface="Poppins"/>
              </a:defRPr>
            </a:lvl1pPr>
            <a:lvl2pPr lvl="1" marR="0" rtl="0" algn="l">
              <a:lnSpc>
                <a:spcPct val="90000"/>
              </a:lnSpc>
              <a:spcBef>
                <a:spcPts val="400"/>
              </a:spcBef>
              <a:spcAft>
                <a:spcPts val="0"/>
              </a:spcAft>
              <a:buClr>
                <a:srgbClr val="595959"/>
              </a:buClr>
              <a:buSzPts val="800"/>
              <a:buFont typeface="Arial"/>
              <a:buNone/>
              <a:defRPr b="0" i="0" sz="800" u="none" cap="none" strike="noStrike">
                <a:solidFill>
                  <a:srgbClr val="595959"/>
                </a:solidFill>
                <a:latin typeface="Poppins"/>
                <a:ea typeface="Poppins"/>
                <a:cs typeface="Poppins"/>
                <a:sym typeface="Poppins"/>
              </a:defRPr>
            </a:lvl2pPr>
            <a:lvl3pPr lvl="2" marR="0" rtl="0" algn="l">
              <a:lnSpc>
                <a:spcPct val="90000"/>
              </a:lnSpc>
              <a:spcBef>
                <a:spcPts val="400"/>
              </a:spcBef>
              <a:spcAft>
                <a:spcPts val="0"/>
              </a:spcAft>
              <a:buClr>
                <a:srgbClr val="595959"/>
              </a:buClr>
              <a:buSzPts val="800"/>
              <a:buFont typeface="Arial"/>
              <a:buNone/>
              <a:defRPr b="0" i="0" sz="800" u="none" cap="none" strike="noStrike">
                <a:solidFill>
                  <a:srgbClr val="595959"/>
                </a:solidFill>
                <a:latin typeface="Poppins"/>
                <a:ea typeface="Poppins"/>
                <a:cs typeface="Poppins"/>
                <a:sym typeface="Poppins"/>
              </a:defRPr>
            </a:lvl3pPr>
            <a:lvl4pPr lvl="3" marR="0" rtl="0" algn="l">
              <a:lnSpc>
                <a:spcPct val="90000"/>
              </a:lnSpc>
              <a:spcBef>
                <a:spcPts val="400"/>
              </a:spcBef>
              <a:spcAft>
                <a:spcPts val="0"/>
              </a:spcAft>
              <a:buClr>
                <a:srgbClr val="595959"/>
              </a:buClr>
              <a:buSzPts val="700"/>
              <a:buFont typeface="Arial"/>
              <a:buNone/>
              <a:defRPr b="0" i="0" sz="700" u="none" cap="none" strike="noStrike">
                <a:solidFill>
                  <a:srgbClr val="595959"/>
                </a:solidFill>
                <a:latin typeface="Poppins"/>
                <a:ea typeface="Poppins"/>
                <a:cs typeface="Poppins"/>
                <a:sym typeface="Poppins"/>
              </a:defRPr>
            </a:lvl4pPr>
            <a:lvl5pPr lvl="4" marR="0" rtl="0" algn="l">
              <a:lnSpc>
                <a:spcPct val="90000"/>
              </a:lnSpc>
              <a:spcBef>
                <a:spcPts val="400"/>
              </a:spcBef>
              <a:spcAft>
                <a:spcPts val="0"/>
              </a:spcAft>
              <a:buClr>
                <a:srgbClr val="595959"/>
              </a:buClr>
              <a:buSzPts val="700"/>
              <a:buFont typeface="Arial"/>
              <a:buNone/>
              <a:defRPr b="0" i="0" sz="700" u="none" cap="none" strike="noStrike">
                <a:solidFill>
                  <a:srgbClr val="595959"/>
                </a:solidFill>
                <a:latin typeface="Poppins"/>
                <a:ea typeface="Poppins"/>
                <a:cs typeface="Poppins"/>
                <a:sym typeface="Poppins"/>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oppins"/>
                <a:ea typeface="Poppins"/>
                <a:cs typeface="Poppins"/>
                <a:sym typeface="Poppins"/>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oppins"/>
                <a:ea typeface="Poppins"/>
                <a:cs typeface="Poppins"/>
                <a:sym typeface="Poppins"/>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oppins"/>
                <a:ea typeface="Poppins"/>
                <a:cs typeface="Poppins"/>
                <a:sym typeface="Poppins"/>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oppins"/>
                <a:ea typeface="Poppins"/>
                <a:cs typeface="Poppins"/>
                <a:sym typeface="Poppins"/>
              </a:defRPr>
            </a:lvl9pPr>
          </a:lstStyle>
          <a:p/>
        </p:txBody>
      </p:sp>
      <p:sp>
        <p:nvSpPr>
          <p:cNvPr id="189" name="Google Shape;189;p22"/>
          <p:cNvSpPr txBox="1"/>
          <p:nvPr>
            <p:ph idx="3" type="body"/>
          </p:nvPr>
        </p:nvSpPr>
        <p:spPr>
          <a:xfrm>
            <a:off x="514350" y="2193345"/>
            <a:ext cx="3086100" cy="968954"/>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0" name="Google Shape;190;p22"/>
          <p:cNvSpPr txBox="1"/>
          <p:nvPr>
            <p:ph idx="4" type="body"/>
          </p:nvPr>
        </p:nvSpPr>
        <p:spPr>
          <a:xfrm>
            <a:off x="514350" y="3618140"/>
            <a:ext cx="3086100" cy="90024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5400"/>
              <a:buNone/>
              <a:defRPr b="1" sz="5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1" name="Google Shape;191;p22"/>
          <p:cNvSpPr txBox="1"/>
          <p:nvPr>
            <p:ph idx="5" type="body"/>
          </p:nvPr>
        </p:nvSpPr>
        <p:spPr>
          <a:xfrm>
            <a:off x="514350" y="4423004"/>
            <a:ext cx="3086100" cy="19620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800"/>
              <a:buNone/>
              <a:defRPr b="0" sz="8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solidFill>
          <a:srgbClr val="F2F2F2"/>
        </a:solidFill>
      </p:bgPr>
    </p:bg>
    <p:spTree>
      <p:nvGrpSpPr>
        <p:cNvPr id="192" name="Shape 192"/>
        <p:cNvGrpSpPr/>
        <p:nvPr/>
      </p:nvGrpSpPr>
      <p:grpSpPr>
        <a:xfrm>
          <a:off x="0" y="0"/>
          <a:ext cx="0" cy="0"/>
          <a:chOff x="0" y="0"/>
          <a:chExt cx="0" cy="0"/>
        </a:xfrm>
      </p:grpSpPr>
      <p:sp>
        <p:nvSpPr>
          <p:cNvPr id="193" name="Google Shape;193;p23"/>
          <p:cNvSpPr txBox="1"/>
          <p:nvPr>
            <p:ph type="title"/>
          </p:nvPr>
        </p:nvSpPr>
        <p:spPr>
          <a:xfrm>
            <a:off x="514349" y="520700"/>
            <a:ext cx="2857501" cy="904094"/>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3000"/>
              <a:buFont typeface="Poppi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4" name="Google Shape;194;p23"/>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5" name="Google Shape;195;p23"/>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23"/>
          <p:cNvSpPr/>
          <p:nvPr/>
        </p:nvSpPr>
        <p:spPr>
          <a:xfrm>
            <a:off x="3949065" y="520701"/>
            <a:ext cx="2298886" cy="2012847"/>
          </a:xfrm>
          <a:prstGeom prst="roundRect">
            <a:avLst>
              <a:gd fmla="val 1778"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197" name="Google Shape;197;p23"/>
          <p:cNvSpPr/>
          <p:nvPr/>
        </p:nvSpPr>
        <p:spPr>
          <a:xfrm>
            <a:off x="6330763" y="520701"/>
            <a:ext cx="2298886" cy="2012847"/>
          </a:xfrm>
          <a:prstGeom prst="roundRect">
            <a:avLst>
              <a:gd fmla="val 1778"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198" name="Google Shape;198;p23"/>
          <p:cNvSpPr/>
          <p:nvPr/>
        </p:nvSpPr>
        <p:spPr>
          <a:xfrm>
            <a:off x="3949065" y="2616362"/>
            <a:ext cx="2298886" cy="2012847"/>
          </a:xfrm>
          <a:prstGeom prst="roundRect">
            <a:avLst>
              <a:gd fmla="val 1778"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199" name="Google Shape;199;p23"/>
          <p:cNvSpPr/>
          <p:nvPr/>
        </p:nvSpPr>
        <p:spPr>
          <a:xfrm>
            <a:off x="6330763" y="2616362"/>
            <a:ext cx="2298886" cy="2012847"/>
          </a:xfrm>
          <a:prstGeom prst="roundRect">
            <a:avLst>
              <a:gd fmla="val 1778"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00" name="Google Shape;200;p23"/>
          <p:cNvSpPr/>
          <p:nvPr/>
        </p:nvSpPr>
        <p:spPr>
          <a:xfrm>
            <a:off x="5982148" y="2267746"/>
            <a:ext cx="614418" cy="614418"/>
          </a:xfrm>
          <a:prstGeom prst="ellipse">
            <a:avLst/>
          </a:prstGeom>
          <a:gradFill>
            <a:gsLst>
              <a:gs pos="0">
                <a:schemeClr val="accent1"/>
              </a:gs>
              <a:gs pos="100000">
                <a:schemeClr val="accent2"/>
              </a:gs>
            </a:gsLst>
            <a:lin ang="2700000" scaled="0"/>
          </a:gradFill>
          <a:ln cap="flat" cmpd="sng" w="76200">
            <a:solidFill>
              <a:srgbClr val="F2F2F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01" name="Google Shape;201;p23"/>
          <p:cNvSpPr/>
          <p:nvPr/>
        </p:nvSpPr>
        <p:spPr>
          <a:xfrm>
            <a:off x="4120515" y="692151"/>
            <a:ext cx="502913" cy="502913"/>
          </a:xfrm>
          <a:prstGeom prst="ellipse">
            <a:avLst/>
          </a:prstGeom>
          <a:solidFill>
            <a:schemeClr val="accent3">
              <a:alpha val="980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02" name="Google Shape;202;p23"/>
          <p:cNvSpPr/>
          <p:nvPr>
            <p:ph idx="2" type="pic"/>
          </p:nvPr>
        </p:nvSpPr>
        <p:spPr>
          <a:xfrm>
            <a:off x="4269102" y="840737"/>
            <a:ext cx="205740" cy="205740"/>
          </a:xfrm>
          <a:prstGeom prst="rect">
            <a:avLst/>
          </a:prstGeom>
          <a:noFill/>
          <a:ln>
            <a:noFill/>
          </a:ln>
        </p:spPr>
      </p:sp>
      <p:sp>
        <p:nvSpPr>
          <p:cNvPr id="203" name="Google Shape;203;p23"/>
          <p:cNvSpPr txBox="1"/>
          <p:nvPr>
            <p:ph idx="1" type="body"/>
          </p:nvPr>
        </p:nvSpPr>
        <p:spPr>
          <a:xfrm>
            <a:off x="4122661" y="1270793"/>
            <a:ext cx="1953806"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4" name="Google Shape;204;p23"/>
          <p:cNvSpPr txBox="1"/>
          <p:nvPr>
            <p:ph idx="3" type="body"/>
          </p:nvPr>
        </p:nvSpPr>
        <p:spPr>
          <a:xfrm>
            <a:off x="4120514" y="1501625"/>
            <a:ext cx="1954960" cy="822533"/>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5" name="Google Shape;205;p23"/>
          <p:cNvSpPr txBox="1"/>
          <p:nvPr>
            <p:ph idx="4" type="body"/>
          </p:nvPr>
        </p:nvSpPr>
        <p:spPr>
          <a:xfrm>
            <a:off x="6500451" y="1270793"/>
            <a:ext cx="1957747" cy="230833"/>
          </a:xfrm>
          <a:prstGeom prst="rect">
            <a:avLst/>
          </a:prstGeom>
          <a:noFill/>
          <a:ln>
            <a:noFill/>
          </a:ln>
        </p:spPr>
        <p:txBody>
          <a:bodyPr anchorCtr="0" anchor="t" bIns="34275" lIns="68575" spcFirstLastPara="1" rIns="68575" wrap="square" tIns="34275">
            <a:noAutofit/>
          </a:bodyPr>
          <a:lstStyle>
            <a:lvl1pPr indent="-228600" lvl="0" marL="457200" algn="r">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6" name="Google Shape;206;p23"/>
          <p:cNvSpPr txBox="1"/>
          <p:nvPr>
            <p:ph idx="5" type="body"/>
          </p:nvPr>
        </p:nvSpPr>
        <p:spPr>
          <a:xfrm>
            <a:off x="6498269" y="1501625"/>
            <a:ext cx="1958903" cy="822533"/>
          </a:xfrm>
          <a:prstGeom prst="rect">
            <a:avLst/>
          </a:prstGeom>
          <a:noFill/>
          <a:ln>
            <a:noFill/>
          </a:ln>
        </p:spPr>
        <p:txBody>
          <a:bodyPr anchorCtr="0" anchor="t" bIns="34275" lIns="68575" spcFirstLastPara="1" rIns="68575" wrap="square" tIns="34275">
            <a:noAutofit/>
          </a:bodyPr>
          <a:lstStyle>
            <a:lvl1pPr indent="-228600" lvl="0" marL="457200" algn="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7" name="Google Shape;207;p23"/>
          <p:cNvSpPr/>
          <p:nvPr/>
        </p:nvSpPr>
        <p:spPr>
          <a:xfrm>
            <a:off x="7952800" y="692151"/>
            <a:ext cx="502913" cy="502913"/>
          </a:xfrm>
          <a:prstGeom prst="ellipse">
            <a:avLst/>
          </a:prstGeom>
          <a:solidFill>
            <a:schemeClr val="accent3">
              <a:alpha val="980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08" name="Google Shape;208;p23"/>
          <p:cNvSpPr/>
          <p:nvPr>
            <p:ph idx="6" type="pic"/>
          </p:nvPr>
        </p:nvSpPr>
        <p:spPr>
          <a:xfrm>
            <a:off x="8101387" y="840737"/>
            <a:ext cx="205740" cy="205740"/>
          </a:xfrm>
          <a:prstGeom prst="rect">
            <a:avLst/>
          </a:prstGeom>
          <a:noFill/>
          <a:ln>
            <a:noFill/>
          </a:ln>
        </p:spPr>
      </p:sp>
      <p:sp>
        <p:nvSpPr>
          <p:cNvPr id="209" name="Google Shape;209;p23"/>
          <p:cNvSpPr/>
          <p:nvPr/>
        </p:nvSpPr>
        <p:spPr>
          <a:xfrm>
            <a:off x="4120515" y="2787812"/>
            <a:ext cx="502913" cy="502913"/>
          </a:xfrm>
          <a:prstGeom prst="ellipse">
            <a:avLst/>
          </a:prstGeom>
          <a:solidFill>
            <a:schemeClr val="accent3">
              <a:alpha val="980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10" name="Google Shape;210;p23"/>
          <p:cNvSpPr/>
          <p:nvPr>
            <p:ph idx="7" type="pic"/>
          </p:nvPr>
        </p:nvSpPr>
        <p:spPr>
          <a:xfrm>
            <a:off x="4269102" y="2936398"/>
            <a:ext cx="205740" cy="205740"/>
          </a:xfrm>
          <a:prstGeom prst="rect">
            <a:avLst/>
          </a:prstGeom>
          <a:noFill/>
          <a:ln>
            <a:noFill/>
          </a:ln>
        </p:spPr>
      </p:sp>
      <p:sp>
        <p:nvSpPr>
          <p:cNvPr id="211" name="Google Shape;211;p23"/>
          <p:cNvSpPr txBox="1"/>
          <p:nvPr>
            <p:ph idx="8" type="body"/>
          </p:nvPr>
        </p:nvSpPr>
        <p:spPr>
          <a:xfrm>
            <a:off x="4122661" y="3366453"/>
            <a:ext cx="1953806"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2" name="Google Shape;212;p23"/>
          <p:cNvSpPr txBox="1"/>
          <p:nvPr>
            <p:ph idx="9" type="body"/>
          </p:nvPr>
        </p:nvSpPr>
        <p:spPr>
          <a:xfrm>
            <a:off x="4120514" y="3597286"/>
            <a:ext cx="1954960" cy="822532"/>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3" name="Google Shape;213;p23"/>
          <p:cNvSpPr txBox="1"/>
          <p:nvPr>
            <p:ph idx="13" type="body"/>
          </p:nvPr>
        </p:nvSpPr>
        <p:spPr>
          <a:xfrm>
            <a:off x="6500451" y="3366453"/>
            <a:ext cx="1957747" cy="230833"/>
          </a:xfrm>
          <a:prstGeom prst="rect">
            <a:avLst/>
          </a:prstGeom>
          <a:noFill/>
          <a:ln>
            <a:noFill/>
          </a:ln>
        </p:spPr>
        <p:txBody>
          <a:bodyPr anchorCtr="0" anchor="t" bIns="34275" lIns="68575" spcFirstLastPara="1" rIns="68575" wrap="square" tIns="34275">
            <a:noAutofit/>
          </a:bodyPr>
          <a:lstStyle>
            <a:lvl1pPr indent="-228600" lvl="0" marL="457200" algn="r">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4" name="Google Shape;214;p23"/>
          <p:cNvSpPr txBox="1"/>
          <p:nvPr>
            <p:ph idx="14" type="body"/>
          </p:nvPr>
        </p:nvSpPr>
        <p:spPr>
          <a:xfrm>
            <a:off x="6498269" y="3597286"/>
            <a:ext cx="1958903" cy="822532"/>
          </a:xfrm>
          <a:prstGeom prst="rect">
            <a:avLst/>
          </a:prstGeom>
          <a:noFill/>
          <a:ln>
            <a:noFill/>
          </a:ln>
        </p:spPr>
        <p:txBody>
          <a:bodyPr anchorCtr="0" anchor="t" bIns="34275" lIns="68575" spcFirstLastPara="1" rIns="68575" wrap="square" tIns="34275">
            <a:noAutofit/>
          </a:bodyPr>
          <a:lstStyle>
            <a:lvl1pPr indent="-228600" lvl="0" marL="457200" algn="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5" name="Google Shape;215;p23"/>
          <p:cNvSpPr/>
          <p:nvPr/>
        </p:nvSpPr>
        <p:spPr>
          <a:xfrm>
            <a:off x="7952800" y="2787812"/>
            <a:ext cx="502913" cy="502913"/>
          </a:xfrm>
          <a:prstGeom prst="ellipse">
            <a:avLst/>
          </a:prstGeom>
          <a:solidFill>
            <a:schemeClr val="accent3">
              <a:alpha val="980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16" name="Google Shape;216;p23"/>
          <p:cNvSpPr/>
          <p:nvPr>
            <p:ph idx="15" type="pic"/>
          </p:nvPr>
        </p:nvSpPr>
        <p:spPr>
          <a:xfrm>
            <a:off x="8101387" y="2936398"/>
            <a:ext cx="205740" cy="205740"/>
          </a:xfrm>
          <a:prstGeom prst="rect">
            <a:avLst/>
          </a:prstGeom>
          <a:noFill/>
          <a:ln>
            <a:noFill/>
          </a:ln>
        </p:spPr>
      </p:sp>
      <p:sp>
        <p:nvSpPr>
          <p:cNvPr id="217" name="Google Shape;217;p23"/>
          <p:cNvSpPr/>
          <p:nvPr>
            <p:ph idx="16" type="pic"/>
          </p:nvPr>
        </p:nvSpPr>
        <p:spPr>
          <a:xfrm>
            <a:off x="6152197" y="2434590"/>
            <a:ext cx="274320" cy="274320"/>
          </a:xfrm>
          <a:prstGeom prst="rect">
            <a:avLst/>
          </a:prstGeom>
          <a:noFill/>
          <a:ln>
            <a:noFill/>
          </a:ln>
        </p:spPr>
      </p:sp>
      <p:sp>
        <p:nvSpPr>
          <p:cNvPr id="218" name="Google Shape;218;p23"/>
          <p:cNvSpPr txBox="1"/>
          <p:nvPr>
            <p:ph idx="17" type="body"/>
          </p:nvPr>
        </p:nvSpPr>
        <p:spPr>
          <a:xfrm>
            <a:off x="516494" y="2203757"/>
            <a:ext cx="2855815"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9" name="Google Shape;219;p23"/>
          <p:cNvSpPr txBox="1"/>
          <p:nvPr>
            <p:ph idx="18" type="body"/>
          </p:nvPr>
        </p:nvSpPr>
        <p:spPr>
          <a:xfrm>
            <a:off x="514350" y="2434590"/>
            <a:ext cx="2857500" cy="2194619"/>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cing">
  <p:cSld name="Pricing">
    <p:bg>
      <p:bgPr>
        <a:solidFill>
          <a:schemeClr val="dk2"/>
        </a:solidFill>
      </p:bgPr>
    </p:bg>
    <p:spTree>
      <p:nvGrpSpPr>
        <p:cNvPr id="220" name="Shape 220"/>
        <p:cNvGrpSpPr/>
        <p:nvPr/>
      </p:nvGrpSpPr>
      <p:grpSpPr>
        <a:xfrm>
          <a:off x="0" y="0"/>
          <a:ext cx="0" cy="0"/>
          <a:chOff x="0" y="0"/>
          <a:chExt cx="0" cy="0"/>
        </a:xfrm>
      </p:grpSpPr>
      <p:sp>
        <p:nvSpPr>
          <p:cNvPr id="221" name="Google Shape;221;p24"/>
          <p:cNvSpPr txBox="1"/>
          <p:nvPr>
            <p:ph type="title"/>
          </p:nvPr>
        </p:nvSpPr>
        <p:spPr>
          <a:xfrm>
            <a:off x="514349" y="520700"/>
            <a:ext cx="8115299" cy="488595"/>
          </a:xfrm>
          <a:prstGeom prst="rect">
            <a:avLst/>
          </a:prstGeom>
          <a:noFill/>
          <a:ln>
            <a:noFill/>
          </a:ln>
        </p:spPr>
        <p:txBody>
          <a:bodyPr anchorCtr="0" anchor="t" bIns="34275" lIns="68575" spcFirstLastPara="1" rIns="68575" wrap="square" tIns="34275">
            <a:noAutofit/>
          </a:bodyPr>
          <a:lstStyle>
            <a:lvl1pPr lvl="0" algn="ctr">
              <a:lnSpc>
                <a:spcPct val="90000"/>
              </a:lnSpc>
              <a:spcBef>
                <a:spcPts val="0"/>
              </a:spcBef>
              <a:spcAft>
                <a:spcPts val="0"/>
              </a:spcAft>
              <a:buClr>
                <a:schemeClr val="lt1"/>
              </a:buClr>
              <a:buSzPts val="3000"/>
              <a:buFont typeface="Poppins"/>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2" name="Google Shape;222;p24"/>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3" name="Google Shape;223;p24"/>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24"/>
          <p:cNvSpPr txBox="1"/>
          <p:nvPr>
            <p:ph idx="1" type="body"/>
          </p:nvPr>
        </p:nvSpPr>
        <p:spPr>
          <a:xfrm>
            <a:off x="2699147" y="1009295"/>
            <a:ext cx="3745707" cy="230833"/>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accent3"/>
              </a:buClr>
              <a:buSzPts val="1100"/>
              <a:buNone/>
              <a:defRPr sz="11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5" name="Google Shape;225;p24"/>
          <p:cNvSpPr/>
          <p:nvPr/>
        </p:nvSpPr>
        <p:spPr>
          <a:xfrm>
            <a:off x="1889522" y="1486630"/>
            <a:ext cx="2621756" cy="3136169"/>
          </a:xfrm>
          <a:prstGeom prst="roundRect">
            <a:avLst>
              <a:gd fmla="val 5471"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26" name="Google Shape;226;p24"/>
          <p:cNvSpPr/>
          <p:nvPr/>
        </p:nvSpPr>
        <p:spPr>
          <a:xfrm>
            <a:off x="2071688" y="1661780"/>
            <a:ext cx="502913" cy="502913"/>
          </a:xfrm>
          <a:prstGeom prst="ellipse">
            <a:avLst/>
          </a:prstGeom>
          <a:solidFill>
            <a:schemeClr val="accent3">
              <a:alpha val="980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27" name="Google Shape;227;p24"/>
          <p:cNvSpPr/>
          <p:nvPr>
            <p:ph idx="2" type="pic"/>
          </p:nvPr>
        </p:nvSpPr>
        <p:spPr>
          <a:xfrm>
            <a:off x="2220275" y="1810366"/>
            <a:ext cx="205740" cy="205740"/>
          </a:xfrm>
          <a:prstGeom prst="rect">
            <a:avLst/>
          </a:prstGeom>
          <a:noFill/>
          <a:ln>
            <a:noFill/>
          </a:ln>
        </p:spPr>
      </p:sp>
      <p:sp>
        <p:nvSpPr>
          <p:cNvPr id="228" name="Google Shape;228;p24"/>
          <p:cNvSpPr txBox="1"/>
          <p:nvPr>
            <p:ph idx="3" type="body"/>
          </p:nvPr>
        </p:nvSpPr>
        <p:spPr>
          <a:xfrm>
            <a:off x="2071688" y="2256060"/>
            <a:ext cx="2257425" cy="62324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3600"/>
              <a:buNone/>
              <a:defRPr b="1" sz="36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9" name="Google Shape;229;p24"/>
          <p:cNvSpPr txBox="1"/>
          <p:nvPr>
            <p:ph idx="4" type="body"/>
          </p:nvPr>
        </p:nvSpPr>
        <p:spPr>
          <a:xfrm>
            <a:off x="2071688" y="2834635"/>
            <a:ext cx="2257425" cy="19620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800"/>
              <a:buNone/>
              <a:defRPr b="0" sz="8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0" name="Google Shape;230;p24"/>
          <p:cNvSpPr txBox="1"/>
          <p:nvPr>
            <p:ph idx="5" type="body"/>
          </p:nvPr>
        </p:nvSpPr>
        <p:spPr>
          <a:xfrm>
            <a:off x="2621756" y="1797819"/>
            <a:ext cx="1707356"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1" name="Google Shape;231;p24"/>
          <p:cNvSpPr txBox="1"/>
          <p:nvPr>
            <p:ph idx="6" type="body"/>
          </p:nvPr>
        </p:nvSpPr>
        <p:spPr>
          <a:xfrm>
            <a:off x="2071688" y="3160223"/>
            <a:ext cx="2257424" cy="1318908"/>
          </a:xfrm>
          <a:prstGeom prst="rect">
            <a:avLst/>
          </a:prstGeom>
          <a:noFill/>
          <a:ln>
            <a:noFill/>
          </a:ln>
        </p:spPr>
        <p:txBody>
          <a:bodyPr anchorCtr="0" anchor="t" bIns="34275" lIns="68575" spcFirstLastPara="1" rIns="68575" wrap="square" tIns="34275">
            <a:noAutofit/>
          </a:bodyPr>
          <a:lstStyle>
            <a:lvl1pPr indent="-279400" lvl="0" marL="457200" algn="l">
              <a:lnSpc>
                <a:spcPct val="120000"/>
              </a:lnSpc>
              <a:spcBef>
                <a:spcPts val="600"/>
              </a:spcBef>
              <a:spcAft>
                <a:spcPts val="0"/>
              </a:spcAft>
              <a:buClr>
                <a:schemeClr val="accent3"/>
              </a:buClr>
              <a:buSzPts val="800"/>
              <a:buFont typeface="Inter"/>
              <a:buChar char="✓"/>
              <a:defRPr sz="8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2" name="Google Shape;232;p24"/>
          <p:cNvSpPr/>
          <p:nvPr/>
        </p:nvSpPr>
        <p:spPr>
          <a:xfrm>
            <a:off x="4632722" y="1486630"/>
            <a:ext cx="2621756" cy="3136169"/>
          </a:xfrm>
          <a:prstGeom prst="roundRect">
            <a:avLst>
              <a:gd fmla="val 5471"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33" name="Google Shape;233;p24"/>
          <p:cNvSpPr/>
          <p:nvPr/>
        </p:nvSpPr>
        <p:spPr>
          <a:xfrm>
            <a:off x="4814888" y="1661780"/>
            <a:ext cx="502913" cy="502913"/>
          </a:xfrm>
          <a:prstGeom prst="ellipse">
            <a:avLst/>
          </a:prstGeom>
          <a:solidFill>
            <a:schemeClr val="accent3">
              <a:alpha val="980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34" name="Google Shape;234;p24"/>
          <p:cNvSpPr/>
          <p:nvPr>
            <p:ph idx="7" type="pic"/>
          </p:nvPr>
        </p:nvSpPr>
        <p:spPr>
          <a:xfrm>
            <a:off x="4963474" y="1810366"/>
            <a:ext cx="205740" cy="205740"/>
          </a:xfrm>
          <a:prstGeom prst="rect">
            <a:avLst/>
          </a:prstGeom>
          <a:noFill/>
          <a:ln>
            <a:noFill/>
          </a:ln>
        </p:spPr>
      </p:sp>
      <p:sp>
        <p:nvSpPr>
          <p:cNvPr id="235" name="Google Shape;235;p24"/>
          <p:cNvSpPr txBox="1"/>
          <p:nvPr>
            <p:ph idx="8" type="body"/>
          </p:nvPr>
        </p:nvSpPr>
        <p:spPr>
          <a:xfrm>
            <a:off x="4814888" y="2256060"/>
            <a:ext cx="2257425" cy="62324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3600"/>
              <a:buNone/>
              <a:defRPr b="1" sz="36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6" name="Google Shape;236;p24"/>
          <p:cNvSpPr txBox="1"/>
          <p:nvPr>
            <p:ph idx="9" type="body"/>
          </p:nvPr>
        </p:nvSpPr>
        <p:spPr>
          <a:xfrm>
            <a:off x="4814888" y="2834635"/>
            <a:ext cx="2257425" cy="19620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595959"/>
              </a:buClr>
              <a:buSzPts val="800"/>
              <a:buNone/>
              <a:defRPr b="0" sz="8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7" name="Google Shape;237;p24"/>
          <p:cNvSpPr txBox="1"/>
          <p:nvPr>
            <p:ph idx="13" type="body"/>
          </p:nvPr>
        </p:nvSpPr>
        <p:spPr>
          <a:xfrm>
            <a:off x="5364956" y="1797819"/>
            <a:ext cx="1707356"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8" name="Google Shape;238;p24"/>
          <p:cNvSpPr txBox="1"/>
          <p:nvPr>
            <p:ph idx="14" type="body"/>
          </p:nvPr>
        </p:nvSpPr>
        <p:spPr>
          <a:xfrm>
            <a:off x="4814888" y="3160223"/>
            <a:ext cx="2257424" cy="1318908"/>
          </a:xfrm>
          <a:prstGeom prst="rect">
            <a:avLst/>
          </a:prstGeom>
          <a:noFill/>
          <a:ln>
            <a:noFill/>
          </a:ln>
        </p:spPr>
        <p:txBody>
          <a:bodyPr anchorCtr="0" anchor="t" bIns="34275" lIns="68575" spcFirstLastPara="1" rIns="68575" wrap="square" tIns="34275">
            <a:noAutofit/>
          </a:bodyPr>
          <a:lstStyle>
            <a:lvl1pPr indent="-279400" lvl="0" marL="457200" algn="l">
              <a:lnSpc>
                <a:spcPct val="120000"/>
              </a:lnSpc>
              <a:spcBef>
                <a:spcPts val="600"/>
              </a:spcBef>
              <a:spcAft>
                <a:spcPts val="0"/>
              </a:spcAft>
              <a:buClr>
                <a:schemeClr val="accent3"/>
              </a:buClr>
              <a:buSzPts val="800"/>
              <a:buFont typeface="Inter"/>
              <a:buChar char="✓"/>
              <a:defRPr sz="800">
                <a:solidFill>
                  <a:srgbClr val="595959"/>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239" name="Google Shape;239;p24"/>
          <p:cNvPicPr preferRelativeResize="0"/>
          <p:nvPr/>
        </p:nvPicPr>
        <p:blipFill rotWithShape="1">
          <a:blip r:embed="rId2">
            <a:alphaModFix/>
          </a:blip>
          <a:srcRect b="0" l="0" r="0" t="0"/>
          <a:stretch/>
        </p:blipFill>
        <p:spPr>
          <a:xfrm>
            <a:off x="7720892" y="147659"/>
            <a:ext cx="1225885" cy="219034"/>
          </a:xfrm>
          <a:prstGeom prst="rect">
            <a:avLst/>
          </a:prstGeom>
          <a:noFill/>
          <a:ln>
            <a:noFill/>
          </a:ln>
        </p:spPr>
      </p:pic>
      <p:cxnSp>
        <p:nvCxnSpPr>
          <p:cNvPr id="240" name="Google Shape;240;p24"/>
          <p:cNvCxnSpPr/>
          <p:nvPr/>
        </p:nvCxnSpPr>
        <p:spPr>
          <a:xfrm>
            <a:off x="2071688" y="3078140"/>
            <a:ext cx="2257425" cy="0"/>
          </a:xfrm>
          <a:prstGeom prst="straightConnector1">
            <a:avLst/>
          </a:prstGeom>
          <a:noFill/>
          <a:ln cap="flat" cmpd="sng" w="12700">
            <a:solidFill>
              <a:srgbClr val="D8D8D8"/>
            </a:solidFill>
            <a:prstDash val="solid"/>
            <a:miter lim="800000"/>
            <a:headEnd len="sm" w="sm" type="none"/>
            <a:tailEnd len="sm" w="sm" type="none"/>
          </a:ln>
        </p:spPr>
      </p:cxnSp>
      <p:cxnSp>
        <p:nvCxnSpPr>
          <p:cNvPr id="241" name="Google Shape;241;p24"/>
          <p:cNvCxnSpPr/>
          <p:nvPr/>
        </p:nvCxnSpPr>
        <p:spPr>
          <a:xfrm>
            <a:off x="4814887" y="3078140"/>
            <a:ext cx="2257425" cy="0"/>
          </a:xfrm>
          <a:prstGeom prst="straightConnector1">
            <a:avLst/>
          </a:prstGeom>
          <a:noFill/>
          <a:ln cap="flat" cmpd="sng" w="12700">
            <a:solidFill>
              <a:srgbClr val="D8D8D8"/>
            </a:solidFill>
            <a:prstDash val="solid"/>
            <a:miter lim="800000"/>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p:cSld name="Section Divider">
    <p:bg>
      <p:bgPr>
        <a:solidFill>
          <a:schemeClr val="dk2"/>
        </a:solidFill>
      </p:bgPr>
    </p:bg>
    <p:spTree>
      <p:nvGrpSpPr>
        <p:cNvPr id="242" name="Shape 242"/>
        <p:cNvGrpSpPr/>
        <p:nvPr/>
      </p:nvGrpSpPr>
      <p:grpSpPr>
        <a:xfrm>
          <a:off x="0" y="0"/>
          <a:ext cx="0" cy="0"/>
          <a:chOff x="0" y="0"/>
          <a:chExt cx="0" cy="0"/>
        </a:xfrm>
      </p:grpSpPr>
      <p:sp>
        <p:nvSpPr>
          <p:cNvPr id="243" name="Google Shape;243;p25"/>
          <p:cNvSpPr txBox="1"/>
          <p:nvPr>
            <p:ph type="title"/>
          </p:nvPr>
        </p:nvSpPr>
        <p:spPr>
          <a:xfrm>
            <a:off x="862313" y="3495662"/>
            <a:ext cx="5074436" cy="824071"/>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lt1"/>
              </a:buClr>
              <a:buSzPts val="5400"/>
              <a:buFont typeface="Poppins"/>
              <a:buNone/>
              <a:defRPr sz="54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4" name="Google Shape;244;p25"/>
          <p:cNvSpPr/>
          <p:nvPr/>
        </p:nvSpPr>
        <p:spPr>
          <a:xfrm>
            <a:off x="990901" y="0"/>
            <a:ext cx="1390650" cy="1392174"/>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45" name="Google Shape;245;p25"/>
          <p:cNvSpPr txBox="1"/>
          <p:nvPr>
            <p:ph idx="1" type="body"/>
          </p:nvPr>
        </p:nvSpPr>
        <p:spPr>
          <a:xfrm>
            <a:off x="990901" y="352409"/>
            <a:ext cx="1390650" cy="761747"/>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lt1"/>
              </a:buClr>
              <a:buSzPts val="4500"/>
              <a:buNone/>
              <a:defRPr b="1" sz="4500">
                <a:solidFill>
                  <a:schemeClr val="lt1"/>
                </a:solidFill>
                <a:latin typeface="Poppins"/>
                <a:ea typeface="Poppins"/>
                <a:cs typeface="Poppins"/>
                <a:sym typeface="Poppins"/>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246" name="Google Shape;246;p25"/>
          <p:cNvPicPr preferRelativeResize="0"/>
          <p:nvPr/>
        </p:nvPicPr>
        <p:blipFill rotWithShape="1">
          <a:blip r:embed="rId2">
            <a:alphaModFix/>
          </a:blip>
          <a:srcRect b="0" l="0" r="0" t="0"/>
          <a:stretch/>
        </p:blipFill>
        <p:spPr>
          <a:xfrm>
            <a:off x="7720892" y="147659"/>
            <a:ext cx="1225885" cy="21903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bg>
      <p:bgPr>
        <a:solidFill>
          <a:srgbClr val="F2F2F2"/>
        </a:solidFill>
      </p:bgPr>
    </p:bg>
    <p:spTree>
      <p:nvGrpSpPr>
        <p:cNvPr id="247" name="Shape 247"/>
        <p:cNvGrpSpPr/>
        <p:nvPr/>
      </p:nvGrpSpPr>
      <p:grpSpPr>
        <a:xfrm>
          <a:off x="0" y="0"/>
          <a:ext cx="0" cy="0"/>
          <a:chOff x="0" y="0"/>
          <a:chExt cx="0" cy="0"/>
        </a:xfrm>
      </p:grpSpPr>
      <p:sp>
        <p:nvSpPr>
          <p:cNvPr id="248" name="Google Shape;248;p26"/>
          <p:cNvSpPr/>
          <p:nvPr/>
        </p:nvSpPr>
        <p:spPr>
          <a:xfrm>
            <a:off x="0" y="2532232"/>
            <a:ext cx="9144000" cy="261126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49" name="Google Shape;249;p26"/>
          <p:cNvSpPr txBox="1"/>
          <p:nvPr>
            <p:ph type="title"/>
          </p:nvPr>
        </p:nvSpPr>
        <p:spPr>
          <a:xfrm>
            <a:off x="514351" y="520700"/>
            <a:ext cx="8115299" cy="488595"/>
          </a:xfrm>
          <a:prstGeom prst="rect">
            <a:avLst/>
          </a:prstGeom>
          <a:noFill/>
          <a:ln>
            <a:noFill/>
          </a:ln>
        </p:spPr>
        <p:txBody>
          <a:bodyPr anchorCtr="0" anchor="t" bIns="34275" lIns="68575" spcFirstLastPara="1" rIns="68575" wrap="square" tIns="34275">
            <a:noAutofit/>
          </a:bodyPr>
          <a:lstStyle>
            <a:lvl1pPr lvl="0" algn="ctr">
              <a:lnSpc>
                <a:spcPct val="90000"/>
              </a:lnSpc>
              <a:spcBef>
                <a:spcPts val="0"/>
              </a:spcBef>
              <a:spcAft>
                <a:spcPts val="0"/>
              </a:spcAft>
              <a:buClr>
                <a:schemeClr val="dk1"/>
              </a:buClr>
              <a:buSzPts val="3000"/>
              <a:buFont typeface="Poppi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0" name="Google Shape;250;p26"/>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1" name="Google Shape;251;p26"/>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52" name="Google Shape;252;p26"/>
          <p:cNvCxnSpPr/>
          <p:nvPr/>
        </p:nvCxnSpPr>
        <p:spPr>
          <a:xfrm>
            <a:off x="514350" y="2532232"/>
            <a:ext cx="8115300" cy="0"/>
          </a:xfrm>
          <a:prstGeom prst="straightConnector1">
            <a:avLst/>
          </a:prstGeom>
          <a:noFill/>
          <a:ln cap="rnd" cmpd="sng" w="25400">
            <a:solidFill>
              <a:schemeClr val="dk2"/>
            </a:solidFill>
            <a:prstDash val="solid"/>
            <a:round/>
            <a:headEnd len="sm" w="sm" type="none"/>
            <a:tailEnd len="med" w="med" type="stealth"/>
          </a:ln>
        </p:spPr>
      </p:cxnSp>
      <p:sp>
        <p:nvSpPr>
          <p:cNvPr id="253" name="Google Shape;253;p26"/>
          <p:cNvSpPr/>
          <p:nvPr/>
        </p:nvSpPr>
        <p:spPr>
          <a:xfrm>
            <a:off x="859571" y="2286904"/>
            <a:ext cx="490658" cy="490656"/>
          </a:xfrm>
          <a:prstGeom prst="ellipse">
            <a:avLst/>
          </a:prstGeom>
          <a:solidFill>
            <a:schemeClr val="accent3"/>
          </a:solid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54" name="Google Shape;254;p26"/>
          <p:cNvSpPr/>
          <p:nvPr>
            <p:ph idx="2" type="pic"/>
          </p:nvPr>
        </p:nvSpPr>
        <p:spPr>
          <a:xfrm>
            <a:off x="1013929" y="2441261"/>
            <a:ext cx="181942" cy="181942"/>
          </a:xfrm>
          <a:prstGeom prst="rect">
            <a:avLst/>
          </a:prstGeom>
          <a:noFill/>
          <a:ln>
            <a:noFill/>
          </a:ln>
        </p:spPr>
      </p:sp>
      <p:sp>
        <p:nvSpPr>
          <p:cNvPr id="255" name="Google Shape;255;p26"/>
          <p:cNvSpPr/>
          <p:nvPr/>
        </p:nvSpPr>
        <p:spPr>
          <a:xfrm>
            <a:off x="2549485" y="2286904"/>
            <a:ext cx="490658" cy="490656"/>
          </a:xfrm>
          <a:prstGeom prst="ellipse">
            <a:avLst/>
          </a:prstGeom>
          <a:solidFill>
            <a:schemeClr val="accent3"/>
          </a:solid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56" name="Google Shape;256;p26"/>
          <p:cNvSpPr/>
          <p:nvPr>
            <p:ph idx="3" type="pic"/>
          </p:nvPr>
        </p:nvSpPr>
        <p:spPr>
          <a:xfrm>
            <a:off x="2703842" y="2441261"/>
            <a:ext cx="181942" cy="181942"/>
          </a:xfrm>
          <a:prstGeom prst="rect">
            <a:avLst/>
          </a:prstGeom>
          <a:noFill/>
          <a:ln>
            <a:noFill/>
          </a:ln>
        </p:spPr>
      </p:sp>
      <p:sp>
        <p:nvSpPr>
          <p:cNvPr id="257" name="Google Shape;257;p26"/>
          <p:cNvSpPr/>
          <p:nvPr/>
        </p:nvSpPr>
        <p:spPr>
          <a:xfrm>
            <a:off x="4239398" y="2286904"/>
            <a:ext cx="490657" cy="490656"/>
          </a:xfrm>
          <a:prstGeom prst="ellipse">
            <a:avLst/>
          </a:prstGeom>
          <a:solidFill>
            <a:schemeClr val="accent3"/>
          </a:solid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58" name="Google Shape;258;p26"/>
          <p:cNvSpPr/>
          <p:nvPr>
            <p:ph idx="4" type="pic"/>
          </p:nvPr>
        </p:nvSpPr>
        <p:spPr>
          <a:xfrm>
            <a:off x="4393756" y="2441261"/>
            <a:ext cx="181943" cy="181942"/>
          </a:xfrm>
          <a:prstGeom prst="rect">
            <a:avLst/>
          </a:prstGeom>
          <a:noFill/>
          <a:ln>
            <a:noFill/>
          </a:ln>
        </p:spPr>
      </p:sp>
      <p:sp>
        <p:nvSpPr>
          <p:cNvPr id="259" name="Google Shape;259;p26"/>
          <p:cNvSpPr/>
          <p:nvPr/>
        </p:nvSpPr>
        <p:spPr>
          <a:xfrm>
            <a:off x="5929312" y="2286904"/>
            <a:ext cx="490657" cy="490656"/>
          </a:xfrm>
          <a:prstGeom prst="ellipse">
            <a:avLst/>
          </a:prstGeom>
          <a:solidFill>
            <a:schemeClr val="accent3"/>
          </a:solid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60" name="Google Shape;260;p26"/>
          <p:cNvSpPr/>
          <p:nvPr>
            <p:ph idx="5" type="pic"/>
          </p:nvPr>
        </p:nvSpPr>
        <p:spPr>
          <a:xfrm>
            <a:off x="6083669" y="2441261"/>
            <a:ext cx="181943" cy="181942"/>
          </a:xfrm>
          <a:prstGeom prst="rect">
            <a:avLst/>
          </a:prstGeom>
          <a:noFill/>
          <a:ln>
            <a:noFill/>
          </a:ln>
        </p:spPr>
      </p:sp>
      <p:sp>
        <p:nvSpPr>
          <p:cNvPr id="261" name="Google Shape;261;p26"/>
          <p:cNvSpPr/>
          <p:nvPr/>
        </p:nvSpPr>
        <p:spPr>
          <a:xfrm>
            <a:off x="7619225" y="2286904"/>
            <a:ext cx="490657" cy="490656"/>
          </a:xfrm>
          <a:prstGeom prst="ellipse">
            <a:avLst/>
          </a:prstGeom>
          <a:solidFill>
            <a:schemeClr val="accent3"/>
          </a:solid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62" name="Google Shape;262;p26"/>
          <p:cNvSpPr/>
          <p:nvPr>
            <p:ph idx="6" type="pic"/>
          </p:nvPr>
        </p:nvSpPr>
        <p:spPr>
          <a:xfrm>
            <a:off x="7773583" y="2441261"/>
            <a:ext cx="181943" cy="181942"/>
          </a:xfrm>
          <a:prstGeom prst="rect">
            <a:avLst/>
          </a:prstGeom>
          <a:noFill/>
          <a:ln>
            <a:noFill/>
          </a:ln>
        </p:spPr>
      </p:sp>
      <p:sp>
        <p:nvSpPr>
          <p:cNvPr id="263" name="Google Shape;263;p26"/>
          <p:cNvSpPr txBox="1"/>
          <p:nvPr>
            <p:ph idx="1" type="body"/>
          </p:nvPr>
        </p:nvSpPr>
        <p:spPr>
          <a:xfrm>
            <a:off x="390525" y="1848322"/>
            <a:ext cx="1428750" cy="438581"/>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62626"/>
              </a:buClr>
              <a:buSzPts val="2400"/>
              <a:buNone/>
              <a:defRPr b="1" sz="2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4" name="Google Shape;264;p26"/>
          <p:cNvSpPr txBox="1"/>
          <p:nvPr>
            <p:ph idx="7" type="body"/>
          </p:nvPr>
        </p:nvSpPr>
        <p:spPr>
          <a:xfrm>
            <a:off x="2080439" y="1848322"/>
            <a:ext cx="1428750" cy="438581"/>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62626"/>
              </a:buClr>
              <a:buSzPts val="2400"/>
              <a:buNone/>
              <a:defRPr b="1" sz="2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5" name="Google Shape;265;p26"/>
          <p:cNvSpPr txBox="1"/>
          <p:nvPr>
            <p:ph idx="8" type="body"/>
          </p:nvPr>
        </p:nvSpPr>
        <p:spPr>
          <a:xfrm>
            <a:off x="3770352" y="1848322"/>
            <a:ext cx="1428750" cy="438581"/>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62626"/>
              </a:buClr>
              <a:buSzPts val="2400"/>
              <a:buNone/>
              <a:defRPr b="1" sz="2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6" name="Google Shape;266;p26"/>
          <p:cNvSpPr txBox="1"/>
          <p:nvPr>
            <p:ph idx="9" type="body"/>
          </p:nvPr>
        </p:nvSpPr>
        <p:spPr>
          <a:xfrm>
            <a:off x="5460266" y="1848322"/>
            <a:ext cx="1428750" cy="438581"/>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62626"/>
              </a:buClr>
              <a:buSzPts val="2400"/>
              <a:buNone/>
              <a:defRPr b="1" sz="2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7" name="Google Shape;267;p26"/>
          <p:cNvSpPr txBox="1"/>
          <p:nvPr>
            <p:ph idx="13" type="body"/>
          </p:nvPr>
        </p:nvSpPr>
        <p:spPr>
          <a:xfrm>
            <a:off x="7150179" y="1848322"/>
            <a:ext cx="1428750" cy="438581"/>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62626"/>
              </a:buClr>
              <a:buSzPts val="2400"/>
              <a:buNone/>
              <a:defRPr b="1" sz="24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8" name="Google Shape;268;p26"/>
          <p:cNvSpPr txBox="1"/>
          <p:nvPr>
            <p:ph idx="14" type="body"/>
          </p:nvPr>
        </p:nvSpPr>
        <p:spPr>
          <a:xfrm>
            <a:off x="392672" y="2983499"/>
            <a:ext cx="1427907" cy="230833"/>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9" name="Google Shape;269;p26"/>
          <p:cNvSpPr txBox="1"/>
          <p:nvPr>
            <p:ph idx="15" type="body"/>
          </p:nvPr>
        </p:nvSpPr>
        <p:spPr>
          <a:xfrm>
            <a:off x="390526" y="3214332"/>
            <a:ext cx="1428750" cy="1414818"/>
          </a:xfrm>
          <a:prstGeom prst="rect">
            <a:avLst/>
          </a:prstGeom>
          <a:noFill/>
          <a:ln>
            <a:noFill/>
          </a:ln>
        </p:spPr>
        <p:txBody>
          <a:bodyPr anchorCtr="0" anchor="t" bIns="34275" lIns="68575" spcFirstLastPara="1" rIns="68575" wrap="square" tIns="34275">
            <a:noAutofit/>
          </a:bodyPr>
          <a:lstStyle>
            <a:lvl1pPr indent="-228600" lvl="0" marL="457200" algn="ct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0" name="Google Shape;270;p26"/>
          <p:cNvSpPr txBox="1"/>
          <p:nvPr>
            <p:ph idx="16" type="body"/>
          </p:nvPr>
        </p:nvSpPr>
        <p:spPr>
          <a:xfrm>
            <a:off x="2081282" y="2983499"/>
            <a:ext cx="1427907" cy="230833"/>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1" name="Google Shape;271;p26"/>
          <p:cNvSpPr txBox="1"/>
          <p:nvPr>
            <p:ph idx="17" type="body"/>
          </p:nvPr>
        </p:nvSpPr>
        <p:spPr>
          <a:xfrm>
            <a:off x="2079135" y="3214332"/>
            <a:ext cx="1428750" cy="1414818"/>
          </a:xfrm>
          <a:prstGeom prst="rect">
            <a:avLst/>
          </a:prstGeom>
          <a:noFill/>
          <a:ln>
            <a:noFill/>
          </a:ln>
        </p:spPr>
        <p:txBody>
          <a:bodyPr anchorCtr="0" anchor="t" bIns="34275" lIns="68575" spcFirstLastPara="1" rIns="68575" wrap="square" tIns="34275">
            <a:noAutofit/>
          </a:bodyPr>
          <a:lstStyle>
            <a:lvl1pPr indent="-228600" lvl="0" marL="457200" algn="ct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2" name="Google Shape;272;p26"/>
          <p:cNvSpPr txBox="1"/>
          <p:nvPr>
            <p:ph idx="18" type="body"/>
          </p:nvPr>
        </p:nvSpPr>
        <p:spPr>
          <a:xfrm>
            <a:off x="3771195" y="2983499"/>
            <a:ext cx="1427907" cy="230833"/>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3" name="Google Shape;273;p26"/>
          <p:cNvSpPr txBox="1"/>
          <p:nvPr>
            <p:ph idx="19" type="body"/>
          </p:nvPr>
        </p:nvSpPr>
        <p:spPr>
          <a:xfrm>
            <a:off x="3769049" y="3214332"/>
            <a:ext cx="1428750" cy="1414818"/>
          </a:xfrm>
          <a:prstGeom prst="rect">
            <a:avLst/>
          </a:prstGeom>
          <a:noFill/>
          <a:ln>
            <a:noFill/>
          </a:ln>
        </p:spPr>
        <p:txBody>
          <a:bodyPr anchorCtr="0" anchor="t" bIns="34275" lIns="68575" spcFirstLastPara="1" rIns="68575" wrap="square" tIns="34275">
            <a:noAutofit/>
          </a:bodyPr>
          <a:lstStyle>
            <a:lvl1pPr indent="-228600" lvl="0" marL="457200" algn="ct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4" name="Google Shape;274;p26"/>
          <p:cNvSpPr txBox="1"/>
          <p:nvPr>
            <p:ph idx="20" type="body"/>
          </p:nvPr>
        </p:nvSpPr>
        <p:spPr>
          <a:xfrm>
            <a:off x="5461108" y="2983499"/>
            <a:ext cx="1427907" cy="230833"/>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5" name="Google Shape;275;p26"/>
          <p:cNvSpPr txBox="1"/>
          <p:nvPr>
            <p:ph idx="21" type="body"/>
          </p:nvPr>
        </p:nvSpPr>
        <p:spPr>
          <a:xfrm>
            <a:off x="5458962" y="3214332"/>
            <a:ext cx="1428750" cy="1414818"/>
          </a:xfrm>
          <a:prstGeom prst="rect">
            <a:avLst/>
          </a:prstGeom>
          <a:noFill/>
          <a:ln>
            <a:noFill/>
          </a:ln>
        </p:spPr>
        <p:txBody>
          <a:bodyPr anchorCtr="0" anchor="t" bIns="34275" lIns="68575" spcFirstLastPara="1" rIns="68575" wrap="square" tIns="34275">
            <a:noAutofit/>
          </a:bodyPr>
          <a:lstStyle>
            <a:lvl1pPr indent="-228600" lvl="0" marL="457200" algn="ct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6" name="Google Shape;276;p26"/>
          <p:cNvSpPr txBox="1"/>
          <p:nvPr>
            <p:ph idx="22" type="body"/>
          </p:nvPr>
        </p:nvSpPr>
        <p:spPr>
          <a:xfrm>
            <a:off x="7147572" y="2983499"/>
            <a:ext cx="1427907" cy="230833"/>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7" name="Google Shape;277;p26"/>
          <p:cNvSpPr txBox="1"/>
          <p:nvPr>
            <p:ph idx="23" type="body"/>
          </p:nvPr>
        </p:nvSpPr>
        <p:spPr>
          <a:xfrm>
            <a:off x="7145426" y="3214332"/>
            <a:ext cx="1428750" cy="1414818"/>
          </a:xfrm>
          <a:prstGeom prst="rect">
            <a:avLst/>
          </a:prstGeom>
          <a:noFill/>
          <a:ln>
            <a:noFill/>
          </a:ln>
        </p:spPr>
        <p:txBody>
          <a:bodyPr anchorCtr="0" anchor="t" bIns="34275" lIns="68575" spcFirstLastPara="1" rIns="68575" wrap="square" tIns="34275">
            <a:noAutofit/>
          </a:bodyPr>
          <a:lstStyle>
            <a:lvl1pPr indent="-228600" lvl="0" marL="457200" algn="ct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8" name="Google Shape;278;p26"/>
          <p:cNvSpPr txBox="1"/>
          <p:nvPr>
            <p:ph idx="24" type="body"/>
          </p:nvPr>
        </p:nvSpPr>
        <p:spPr>
          <a:xfrm>
            <a:off x="2699147" y="1009295"/>
            <a:ext cx="3745707" cy="230833"/>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chemeClr val="accent3"/>
              </a:buClr>
              <a:buSzPts val="1100"/>
              <a:buNone/>
              <a:defRPr sz="11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Features">
  <p:cSld name="Key Features">
    <p:bg>
      <p:bgPr>
        <a:solidFill>
          <a:srgbClr val="F2F2F2"/>
        </a:solidFill>
      </p:bgPr>
    </p:bg>
    <p:spTree>
      <p:nvGrpSpPr>
        <p:cNvPr id="279" name="Shape 279"/>
        <p:cNvGrpSpPr/>
        <p:nvPr/>
      </p:nvGrpSpPr>
      <p:grpSpPr>
        <a:xfrm>
          <a:off x="0" y="0"/>
          <a:ext cx="0" cy="0"/>
          <a:chOff x="0" y="0"/>
          <a:chExt cx="0" cy="0"/>
        </a:xfrm>
      </p:grpSpPr>
      <p:sp>
        <p:nvSpPr>
          <p:cNvPr id="280" name="Google Shape;280;p27"/>
          <p:cNvSpPr txBox="1"/>
          <p:nvPr>
            <p:ph type="title"/>
          </p:nvPr>
        </p:nvSpPr>
        <p:spPr>
          <a:xfrm>
            <a:off x="514349" y="520700"/>
            <a:ext cx="8115299" cy="488595"/>
          </a:xfrm>
          <a:prstGeom prst="rect">
            <a:avLst/>
          </a:prstGeom>
          <a:noFill/>
          <a:ln>
            <a:noFill/>
          </a:ln>
        </p:spPr>
        <p:txBody>
          <a:bodyPr anchorCtr="0" anchor="t" bIns="34275" lIns="68575" spcFirstLastPara="1" rIns="68575" wrap="square" tIns="34275">
            <a:noAutofit/>
          </a:bodyPr>
          <a:lstStyle>
            <a:lvl1pPr lvl="0" algn="ctr">
              <a:lnSpc>
                <a:spcPct val="90000"/>
              </a:lnSpc>
              <a:spcBef>
                <a:spcPts val="0"/>
              </a:spcBef>
              <a:spcAft>
                <a:spcPts val="0"/>
              </a:spcAft>
              <a:buClr>
                <a:schemeClr val="dk1"/>
              </a:buClr>
              <a:buSzPts val="3000"/>
              <a:buFont typeface="Poppi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1" name="Google Shape;281;p27"/>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2" name="Google Shape;282;p27"/>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83" name="Google Shape;283;p27"/>
          <p:cNvSpPr/>
          <p:nvPr/>
        </p:nvSpPr>
        <p:spPr>
          <a:xfrm>
            <a:off x="390789" y="1203027"/>
            <a:ext cx="2682982" cy="1676400"/>
          </a:xfrm>
          <a:prstGeom prst="roundRect">
            <a:avLst>
              <a:gd fmla="val 4309"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84" name="Google Shape;284;p27"/>
          <p:cNvSpPr/>
          <p:nvPr>
            <p:ph idx="2" type="pic"/>
          </p:nvPr>
        </p:nvSpPr>
        <p:spPr>
          <a:xfrm>
            <a:off x="668475" y="1339516"/>
            <a:ext cx="342900" cy="342900"/>
          </a:xfrm>
          <a:prstGeom prst="rect">
            <a:avLst/>
          </a:prstGeom>
          <a:noFill/>
          <a:ln>
            <a:noFill/>
          </a:ln>
        </p:spPr>
      </p:sp>
      <p:sp>
        <p:nvSpPr>
          <p:cNvPr id="285" name="Google Shape;285;p27"/>
          <p:cNvSpPr txBox="1"/>
          <p:nvPr>
            <p:ph idx="1" type="body"/>
          </p:nvPr>
        </p:nvSpPr>
        <p:spPr>
          <a:xfrm>
            <a:off x="590454" y="1830413"/>
            <a:ext cx="2286594"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6" name="Google Shape;286;p27"/>
          <p:cNvSpPr txBox="1"/>
          <p:nvPr>
            <p:ph idx="3" type="body"/>
          </p:nvPr>
        </p:nvSpPr>
        <p:spPr>
          <a:xfrm>
            <a:off x="588308" y="2061246"/>
            <a:ext cx="2287944" cy="670183"/>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7" name="Google Shape;287;p27"/>
          <p:cNvSpPr/>
          <p:nvPr/>
        </p:nvSpPr>
        <p:spPr>
          <a:xfrm>
            <a:off x="3229713" y="1203026"/>
            <a:ext cx="2682982" cy="1676400"/>
          </a:xfrm>
          <a:prstGeom prst="roundRect">
            <a:avLst>
              <a:gd fmla="val 4309"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88" name="Google Shape;288;p27"/>
          <p:cNvSpPr/>
          <p:nvPr>
            <p:ph idx="4" type="pic"/>
          </p:nvPr>
        </p:nvSpPr>
        <p:spPr>
          <a:xfrm>
            <a:off x="3507399" y="1339515"/>
            <a:ext cx="342900" cy="342900"/>
          </a:xfrm>
          <a:prstGeom prst="rect">
            <a:avLst/>
          </a:prstGeom>
          <a:noFill/>
          <a:ln>
            <a:noFill/>
          </a:ln>
        </p:spPr>
      </p:sp>
      <p:sp>
        <p:nvSpPr>
          <p:cNvPr id="289" name="Google Shape;289;p27"/>
          <p:cNvSpPr txBox="1"/>
          <p:nvPr>
            <p:ph idx="5" type="body"/>
          </p:nvPr>
        </p:nvSpPr>
        <p:spPr>
          <a:xfrm>
            <a:off x="3429378" y="1830413"/>
            <a:ext cx="2286594"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0" name="Google Shape;290;p27"/>
          <p:cNvSpPr txBox="1"/>
          <p:nvPr>
            <p:ph idx="6" type="body"/>
          </p:nvPr>
        </p:nvSpPr>
        <p:spPr>
          <a:xfrm>
            <a:off x="3427232" y="2061245"/>
            <a:ext cx="2287944" cy="670183"/>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1" name="Google Shape;291;p27"/>
          <p:cNvSpPr/>
          <p:nvPr/>
        </p:nvSpPr>
        <p:spPr>
          <a:xfrm>
            <a:off x="6070229" y="1203027"/>
            <a:ext cx="2682982" cy="1676400"/>
          </a:xfrm>
          <a:prstGeom prst="roundRect">
            <a:avLst>
              <a:gd fmla="val 4309"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92" name="Google Shape;292;p27"/>
          <p:cNvSpPr/>
          <p:nvPr>
            <p:ph idx="7" type="pic"/>
          </p:nvPr>
        </p:nvSpPr>
        <p:spPr>
          <a:xfrm>
            <a:off x="6347915" y="1339516"/>
            <a:ext cx="342900" cy="342900"/>
          </a:xfrm>
          <a:prstGeom prst="rect">
            <a:avLst/>
          </a:prstGeom>
          <a:noFill/>
          <a:ln>
            <a:noFill/>
          </a:ln>
        </p:spPr>
      </p:sp>
      <p:sp>
        <p:nvSpPr>
          <p:cNvPr id="293" name="Google Shape;293;p27"/>
          <p:cNvSpPr txBox="1"/>
          <p:nvPr>
            <p:ph idx="8" type="body"/>
          </p:nvPr>
        </p:nvSpPr>
        <p:spPr>
          <a:xfrm>
            <a:off x="6269894" y="1830413"/>
            <a:ext cx="2286594"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4" name="Google Shape;294;p27"/>
          <p:cNvSpPr txBox="1"/>
          <p:nvPr>
            <p:ph idx="9" type="body"/>
          </p:nvPr>
        </p:nvSpPr>
        <p:spPr>
          <a:xfrm>
            <a:off x="6267748" y="2061246"/>
            <a:ext cx="2287944" cy="670183"/>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5" name="Google Shape;295;p27"/>
          <p:cNvSpPr/>
          <p:nvPr/>
        </p:nvSpPr>
        <p:spPr>
          <a:xfrm>
            <a:off x="390789" y="3036164"/>
            <a:ext cx="2682982" cy="1676400"/>
          </a:xfrm>
          <a:prstGeom prst="roundRect">
            <a:avLst>
              <a:gd fmla="val 4309"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296" name="Google Shape;296;p27"/>
          <p:cNvSpPr/>
          <p:nvPr>
            <p:ph idx="13" type="pic"/>
          </p:nvPr>
        </p:nvSpPr>
        <p:spPr>
          <a:xfrm>
            <a:off x="668475" y="3172653"/>
            <a:ext cx="342900" cy="342900"/>
          </a:xfrm>
          <a:prstGeom prst="rect">
            <a:avLst/>
          </a:prstGeom>
          <a:noFill/>
          <a:ln>
            <a:noFill/>
          </a:ln>
        </p:spPr>
      </p:sp>
      <p:sp>
        <p:nvSpPr>
          <p:cNvPr id="297" name="Google Shape;297;p27"/>
          <p:cNvSpPr txBox="1"/>
          <p:nvPr>
            <p:ph idx="14" type="body"/>
          </p:nvPr>
        </p:nvSpPr>
        <p:spPr>
          <a:xfrm>
            <a:off x="590454" y="3663550"/>
            <a:ext cx="2286594"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8" name="Google Shape;298;p27"/>
          <p:cNvSpPr txBox="1"/>
          <p:nvPr>
            <p:ph idx="15" type="body"/>
          </p:nvPr>
        </p:nvSpPr>
        <p:spPr>
          <a:xfrm>
            <a:off x="588308" y="3894383"/>
            <a:ext cx="2287944" cy="670183"/>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9" name="Google Shape;299;p27"/>
          <p:cNvSpPr/>
          <p:nvPr/>
        </p:nvSpPr>
        <p:spPr>
          <a:xfrm>
            <a:off x="3229713" y="3036164"/>
            <a:ext cx="2682982" cy="1676400"/>
          </a:xfrm>
          <a:prstGeom prst="roundRect">
            <a:avLst>
              <a:gd fmla="val 4309"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300" name="Google Shape;300;p27"/>
          <p:cNvSpPr/>
          <p:nvPr>
            <p:ph idx="16" type="pic"/>
          </p:nvPr>
        </p:nvSpPr>
        <p:spPr>
          <a:xfrm>
            <a:off x="3507399" y="3172653"/>
            <a:ext cx="342900" cy="342900"/>
          </a:xfrm>
          <a:prstGeom prst="rect">
            <a:avLst/>
          </a:prstGeom>
          <a:noFill/>
          <a:ln>
            <a:noFill/>
          </a:ln>
        </p:spPr>
      </p:sp>
      <p:sp>
        <p:nvSpPr>
          <p:cNvPr id="301" name="Google Shape;301;p27"/>
          <p:cNvSpPr txBox="1"/>
          <p:nvPr>
            <p:ph idx="17" type="body"/>
          </p:nvPr>
        </p:nvSpPr>
        <p:spPr>
          <a:xfrm>
            <a:off x="3429378" y="3663550"/>
            <a:ext cx="2286594"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2" name="Google Shape;302;p27"/>
          <p:cNvSpPr txBox="1"/>
          <p:nvPr>
            <p:ph idx="18" type="body"/>
          </p:nvPr>
        </p:nvSpPr>
        <p:spPr>
          <a:xfrm>
            <a:off x="3427232" y="3894383"/>
            <a:ext cx="2287944" cy="670183"/>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3" name="Google Shape;303;p27"/>
          <p:cNvSpPr/>
          <p:nvPr/>
        </p:nvSpPr>
        <p:spPr>
          <a:xfrm>
            <a:off x="6070229" y="3036164"/>
            <a:ext cx="2682982" cy="1676400"/>
          </a:xfrm>
          <a:prstGeom prst="roundRect">
            <a:avLst>
              <a:gd fmla="val 4309"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304" name="Google Shape;304;p27"/>
          <p:cNvSpPr/>
          <p:nvPr>
            <p:ph idx="19" type="pic"/>
          </p:nvPr>
        </p:nvSpPr>
        <p:spPr>
          <a:xfrm>
            <a:off x="6347915" y="3172653"/>
            <a:ext cx="342900" cy="342900"/>
          </a:xfrm>
          <a:prstGeom prst="rect">
            <a:avLst/>
          </a:prstGeom>
          <a:noFill/>
          <a:ln>
            <a:noFill/>
          </a:ln>
        </p:spPr>
      </p:sp>
      <p:sp>
        <p:nvSpPr>
          <p:cNvPr id="305" name="Google Shape;305;p27"/>
          <p:cNvSpPr txBox="1"/>
          <p:nvPr>
            <p:ph idx="20" type="body"/>
          </p:nvPr>
        </p:nvSpPr>
        <p:spPr>
          <a:xfrm>
            <a:off x="6269894" y="3663550"/>
            <a:ext cx="2286594"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6" name="Google Shape;306;p27"/>
          <p:cNvSpPr txBox="1"/>
          <p:nvPr>
            <p:ph idx="21" type="body"/>
          </p:nvPr>
        </p:nvSpPr>
        <p:spPr>
          <a:xfrm>
            <a:off x="6267748" y="3894383"/>
            <a:ext cx="2287944" cy="670183"/>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yramid">
  <p:cSld name="Pyramid">
    <p:bg>
      <p:bgPr>
        <a:solidFill>
          <a:srgbClr val="F2F2F2"/>
        </a:solidFill>
      </p:bgPr>
    </p:bg>
    <p:spTree>
      <p:nvGrpSpPr>
        <p:cNvPr id="307" name="Shape 307"/>
        <p:cNvGrpSpPr/>
        <p:nvPr/>
      </p:nvGrpSpPr>
      <p:grpSpPr>
        <a:xfrm>
          <a:off x="0" y="0"/>
          <a:ext cx="0" cy="0"/>
          <a:chOff x="0" y="0"/>
          <a:chExt cx="0" cy="0"/>
        </a:xfrm>
      </p:grpSpPr>
      <p:sp>
        <p:nvSpPr>
          <p:cNvPr id="308" name="Google Shape;308;p28"/>
          <p:cNvSpPr/>
          <p:nvPr/>
        </p:nvSpPr>
        <p:spPr>
          <a:xfrm rot="5400000">
            <a:off x="5508083" y="-1089142"/>
            <a:ext cx="648750" cy="5013359"/>
          </a:xfrm>
          <a:prstGeom prst="round2SameRect">
            <a:avLst>
              <a:gd fmla="val 7606" name="adj1"/>
              <a:gd fmla="val 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309" name="Google Shape;309;p28"/>
          <p:cNvSpPr/>
          <p:nvPr/>
        </p:nvSpPr>
        <p:spPr>
          <a:xfrm rot="5400000">
            <a:off x="5508083" y="-377275"/>
            <a:ext cx="648750" cy="5013359"/>
          </a:xfrm>
          <a:prstGeom prst="round2SameRect">
            <a:avLst>
              <a:gd fmla="val 7606" name="adj1"/>
              <a:gd fmla="val 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310" name="Google Shape;310;p28"/>
          <p:cNvSpPr/>
          <p:nvPr/>
        </p:nvSpPr>
        <p:spPr>
          <a:xfrm rot="5400000">
            <a:off x="5508083" y="334592"/>
            <a:ext cx="648750" cy="5013359"/>
          </a:xfrm>
          <a:prstGeom prst="round2SameRect">
            <a:avLst>
              <a:gd fmla="val 7606" name="adj1"/>
              <a:gd fmla="val 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311" name="Google Shape;311;p28"/>
          <p:cNvSpPr/>
          <p:nvPr/>
        </p:nvSpPr>
        <p:spPr>
          <a:xfrm rot="5400000">
            <a:off x="5508083" y="1046459"/>
            <a:ext cx="648750" cy="5013359"/>
          </a:xfrm>
          <a:prstGeom prst="round2SameRect">
            <a:avLst>
              <a:gd fmla="val 7606" name="adj1"/>
              <a:gd fmla="val 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312" name="Google Shape;312;p28"/>
          <p:cNvSpPr/>
          <p:nvPr/>
        </p:nvSpPr>
        <p:spPr>
          <a:xfrm rot="5400000">
            <a:off x="5508083" y="1758326"/>
            <a:ext cx="648750" cy="5013359"/>
          </a:xfrm>
          <a:prstGeom prst="round2SameRect">
            <a:avLst>
              <a:gd fmla="val 7606" name="adj1"/>
              <a:gd fmla="val 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313" name="Google Shape;313;p28"/>
          <p:cNvSpPr txBox="1"/>
          <p:nvPr>
            <p:ph type="title"/>
          </p:nvPr>
        </p:nvSpPr>
        <p:spPr>
          <a:xfrm>
            <a:off x="514351" y="520700"/>
            <a:ext cx="8115299" cy="488595"/>
          </a:xfrm>
          <a:prstGeom prst="rect">
            <a:avLst/>
          </a:prstGeom>
          <a:noFill/>
          <a:ln>
            <a:noFill/>
          </a:ln>
        </p:spPr>
        <p:txBody>
          <a:bodyPr anchorCtr="0" anchor="t" bIns="34275" lIns="68575" spcFirstLastPara="1" rIns="68575" wrap="square" tIns="34275">
            <a:noAutofit/>
          </a:bodyPr>
          <a:lstStyle>
            <a:lvl1pPr lvl="0" algn="ctr">
              <a:lnSpc>
                <a:spcPct val="90000"/>
              </a:lnSpc>
              <a:spcBef>
                <a:spcPts val="0"/>
              </a:spcBef>
              <a:spcAft>
                <a:spcPts val="0"/>
              </a:spcAft>
              <a:buClr>
                <a:schemeClr val="dk1"/>
              </a:buClr>
              <a:buSzPts val="3000"/>
              <a:buFont typeface="Poppi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4" name="Google Shape;314;p28"/>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5" name="Google Shape;315;p28"/>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16" name="Google Shape;316;p28"/>
          <p:cNvSpPr/>
          <p:nvPr/>
        </p:nvSpPr>
        <p:spPr>
          <a:xfrm flipH="1">
            <a:off x="804862" y="3940685"/>
            <a:ext cx="5013358" cy="711770"/>
          </a:xfrm>
          <a:custGeom>
            <a:rect b="b" l="l" r="r" t="t"/>
            <a:pathLst>
              <a:path extrusionOk="0" h="617600" w="3566255">
                <a:moveTo>
                  <a:pt x="3566255" y="617601"/>
                </a:moveTo>
                <a:lnTo>
                  <a:pt x="0" y="617601"/>
                </a:lnTo>
                <a:lnTo>
                  <a:pt x="356616" y="0"/>
                </a:lnTo>
                <a:lnTo>
                  <a:pt x="3209639" y="0"/>
                </a:lnTo>
                <a:lnTo>
                  <a:pt x="3566255" y="617601"/>
                </a:lnTo>
                <a:close/>
              </a:path>
            </a:pathLst>
          </a:custGeom>
          <a:solidFill>
            <a:srgbClr val="07CEB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p:txBody>
      </p:sp>
      <p:sp>
        <p:nvSpPr>
          <p:cNvPr id="317" name="Google Shape;317;p28"/>
          <p:cNvSpPr/>
          <p:nvPr/>
        </p:nvSpPr>
        <p:spPr>
          <a:xfrm flipH="1">
            <a:off x="1306187" y="3228804"/>
            <a:ext cx="4010712" cy="711881"/>
          </a:xfrm>
          <a:custGeom>
            <a:rect b="b" l="l" r="r" t="t"/>
            <a:pathLst>
              <a:path extrusionOk="0" h="617696" w="2853023">
                <a:moveTo>
                  <a:pt x="2853023" y="617696"/>
                </a:moveTo>
                <a:lnTo>
                  <a:pt x="0" y="617696"/>
                </a:lnTo>
                <a:lnTo>
                  <a:pt x="356616" y="0"/>
                </a:lnTo>
                <a:lnTo>
                  <a:pt x="2496407" y="0"/>
                </a:lnTo>
                <a:lnTo>
                  <a:pt x="2853023" y="617696"/>
                </a:lnTo>
                <a:close/>
              </a:path>
            </a:pathLst>
          </a:custGeom>
          <a:solidFill>
            <a:srgbClr val="00C0E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p:txBody>
      </p:sp>
      <p:sp>
        <p:nvSpPr>
          <p:cNvPr id="318" name="Google Shape;318;p28"/>
          <p:cNvSpPr/>
          <p:nvPr/>
        </p:nvSpPr>
        <p:spPr>
          <a:xfrm flipH="1">
            <a:off x="1807507" y="2516924"/>
            <a:ext cx="3008068" cy="711881"/>
          </a:xfrm>
          <a:custGeom>
            <a:rect b="b" l="l" r="r" t="t"/>
            <a:pathLst>
              <a:path extrusionOk="0" h="617696" w="2139791">
                <a:moveTo>
                  <a:pt x="2139791" y="617696"/>
                </a:moveTo>
                <a:lnTo>
                  <a:pt x="0" y="617696"/>
                </a:lnTo>
                <a:lnTo>
                  <a:pt x="356616" y="0"/>
                </a:lnTo>
                <a:lnTo>
                  <a:pt x="1783175" y="0"/>
                </a:lnTo>
                <a:lnTo>
                  <a:pt x="2139791" y="617696"/>
                </a:lnTo>
                <a:close/>
              </a:path>
            </a:pathLst>
          </a:custGeom>
          <a:solidFill>
            <a:schemeClr val="accent3"/>
          </a:solidFill>
          <a:ln>
            <a:noFill/>
          </a:ln>
        </p:spPr>
        <p:txBody>
          <a:bodyPr anchorCtr="0" anchor="ctr" bIns="0" lIns="0" spcFirstLastPara="1" rIns="0" wrap="square" tIns="68575">
            <a:noAutofit/>
          </a:bodyPr>
          <a:lstStyle/>
          <a:p>
            <a:pPr indent="0" lvl="0" marL="0" marR="0" rtl="0" algn="ctr">
              <a:spcBef>
                <a:spcPts val="0"/>
              </a:spcBef>
              <a:spcAft>
                <a:spcPts val="0"/>
              </a:spcAft>
              <a:buNone/>
            </a:pPr>
            <a:r>
              <a:t/>
            </a:r>
            <a:endParaRPr sz="1800">
              <a:solidFill>
                <a:schemeClr val="lt2"/>
              </a:solidFill>
              <a:latin typeface="Inter"/>
              <a:ea typeface="Inter"/>
              <a:cs typeface="Inter"/>
              <a:sym typeface="Inter"/>
            </a:endParaRPr>
          </a:p>
        </p:txBody>
      </p:sp>
      <p:sp>
        <p:nvSpPr>
          <p:cNvPr id="319" name="Google Shape;319;p28"/>
          <p:cNvSpPr/>
          <p:nvPr/>
        </p:nvSpPr>
        <p:spPr>
          <a:xfrm flipH="1">
            <a:off x="2308831" y="1805042"/>
            <a:ext cx="2005423" cy="711881"/>
          </a:xfrm>
          <a:custGeom>
            <a:rect b="b" l="l" r="r" t="t"/>
            <a:pathLst>
              <a:path extrusionOk="0" h="617696" w="1426559">
                <a:moveTo>
                  <a:pt x="1426559" y="617696"/>
                </a:moveTo>
                <a:lnTo>
                  <a:pt x="0" y="617696"/>
                </a:lnTo>
                <a:lnTo>
                  <a:pt x="356616" y="0"/>
                </a:lnTo>
                <a:lnTo>
                  <a:pt x="1069848" y="0"/>
                </a:lnTo>
                <a:lnTo>
                  <a:pt x="1426559" y="617696"/>
                </a:lnTo>
                <a:close/>
              </a:path>
            </a:pathLst>
          </a:custGeom>
          <a:solidFill>
            <a:schemeClr val="accent2"/>
          </a:solidFill>
          <a:ln>
            <a:noFill/>
          </a:ln>
        </p:spPr>
        <p:txBody>
          <a:bodyPr anchorCtr="0" anchor="ctr" bIns="0" lIns="0" spcFirstLastPara="1" rIns="0" wrap="square" tIns="68575">
            <a:noAutofit/>
          </a:bodyPr>
          <a:lstStyle/>
          <a:p>
            <a:pPr indent="0" lvl="0" marL="0" marR="0" rtl="0" algn="ctr">
              <a:spcBef>
                <a:spcPts val="0"/>
              </a:spcBef>
              <a:spcAft>
                <a:spcPts val="0"/>
              </a:spcAft>
              <a:buNone/>
            </a:pPr>
            <a:r>
              <a:t/>
            </a:r>
            <a:endParaRPr sz="1800">
              <a:solidFill>
                <a:schemeClr val="lt2"/>
              </a:solidFill>
              <a:latin typeface="Inter"/>
              <a:ea typeface="Inter"/>
              <a:cs typeface="Inter"/>
              <a:sym typeface="Inter"/>
            </a:endParaRPr>
          </a:p>
        </p:txBody>
      </p:sp>
      <p:sp>
        <p:nvSpPr>
          <p:cNvPr id="320" name="Google Shape;320;p28"/>
          <p:cNvSpPr/>
          <p:nvPr/>
        </p:nvSpPr>
        <p:spPr>
          <a:xfrm flipH="1">
            <a:off x="2810287" y="1093162"/>
            <a:ext cx="1002645" cy="711881"/>
          </a:xfrm>
          <a:custGeom>
            <a:rect b="b" l="l" r="r" t="t"/>
            <a:pathLst>
              <a:path extrusionOk="0" h="617696" w="713232">
                <a:moveTo>
                  <a:pt x="713232" y="617696"/>
                </a:moveTo>
                <a:lnTo>
                  <a:pt x="0" y="617696"/>
                </a:lnTo>
                <a:lnTo>
                  <a:pt x="356616" y="0"/>
                </a:lnTo>
                <a:lnTo>
                  <a:pt x="713232" y="617696"/>
                </a:lnTo>
                <a:close/>
              </a:path>
            </a:pathLst>
          </a:custGeom>
          <a:solidFill>
            <a:schemeClr val="accent1"/>
          </a:solidFill>
          <a:ln>
            <a:noFill/>
          </a:ln>
        </p:spPr>
        <p:txBody>
          <a:bodyPr anchorCtr="0" anchor="ctr" bIns="0" lIns="0" spcFirstLastPara="1" rIns="0" wrap="square" tIns="68575">
            <a:noAutofit/>
          </a:bodyPr>
          <a:lstStyle/>
          <a:p>
            <a:pPr indent="0" lvl="0" marL="0" marR="0" rtl="0" algn="ctr">
              <a:spcBef>
                <a:spcPts val="0"/>
              </a:spcBef>
              <a:spcAft>
                <a:spcPts val="0"/>
              </a:spcAft>
              <a:buNone/>
            </a:pPr>
            <a:r>
              <a:t/>
            </a:r>
            <a:endParaRPr sz="1800">
              <a:solidFill>
                <a:schemeClr val="lt2"/>
              </a:solidFill>
              <a:latin typeface="Inter"/>
              <a:ea typeface="Inter"/>
              <a:cs typeface="Inter"/>
              <a:sym typeface="Inter"/>
            </a:endParaRPr>
          </a:p>
        </p:txBody>
      </p:sp>
      <p:sp>
        <p:nvSpPr>
          <p:cNvPr id="321" name="Google Shape;321;p28"/>
          <p:cNvSpPr/>
          <p:nvPr/>
        </p:nvSpPr>
        <p:spPr>
          <a:xfrm flipH="1">
            <a:off x="2713210" y="1805042"/>
            <a:ext cx="1099722" cy="137876"/>
          </a:xfrm>
          <a:custGeom>
            <a:rect b="b" l="l" r="r" t="t"/>
            <a:pathLst>
              <a:path extrusionOk="0" h="119634" w="782288">
                <a:moveTo>
                  <a:pt x="0" y="0"/>
                </a:moveTo>
                <a:lnTo>
                  <a:pt x="713232" y="0"/>
                </a:lnTo>
                <a:lnTo>
                  <a:pt x="782288" y="119634"/>
                </a:lnTo>
                <a:lnTo>
                  <a:pt x="0" y="0"/>
                </a:lnTo>
                <a:close/>
              </a:path>
            </a:pathLst>
          </a:custGeom>
          <a:solidFill>
            <a:srgbClr val="07CEB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p:txBody>
      </p:sp>
      <p:sp>
        <p:nvSpPr>
          <p:cNvPr id="322" name="Google Shape;322;p28"/>
          <p:cNvSpPr/>
          <p:nvPr/>
        </p:nvSpPr>
        <p:spPr>
          <a:xfrm flipH="1">
            <a:off x="2211755" y="2516924"/>
            <a:ext cx="2102634" cy="137874"/>
          </a:xfrm>
          <a:custGeom>
            <a:rect b="b" l="l" r="r" t="t"/>
            <a:pathLst>
              <a:path extrusionOk="0" h="119633" w="1495710">
                <a:moveTo>
                  <a:pt x="0" y="0"/>
                </a:moveTo>
                <a:lnTo>
                  <a:pt x="1426655" y="0"/>
                </a:lnTo>
                <a:lnTo>
                  <a:pt x="1495711" y="119634"/>
                </a:lnTo>
                <a:lnTo>
                  <a:pt x="0" y="0"/>
                </a:lnTo>
                <a:close/>
              </a:path>
            </a:pathLst>
          </a:custGeom>
          <a:solidFill>
            <a:srgbClr val="025AD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p:txBody>
      </p:sp>
      <p:sp>
        <p:nvSpPr>
          <p:cNvPr id="323" name="Google Shape;323;p28"/>
          <p:cNvSpPr/>
          <p:nvPr/>
        </p:nvSpPr>
        <p:spPr>
          <a:xfrm flipH="1">
            <a:off x="1710432" y="3228804"/>
            <a:ext cx="3105279" cy="137874"/>
          </a:xfrm>
          <a:custGeom>
            <a:rect b="b" l="l" r="r" t="t"/>
            <a:pathLst>
              <a:path extrusionOk="0" h="119633" w="2208942">
                <a:moveTo>
                  <a:pt x="0" y="0"/>
                </a:moveTo>
                <a:lnTo>
                  <a:pt x="2139887" y="0"/>
                </a:lnTo>
                <a:lnTo>
                  <a:pt x="2208943" y="119634"/>
                </a:lnTo>
                <a:lnTo>
                  <a:pt x="0" y="0"/>
                </a:lnTo>
                <a:close/>
              </a:path>
            </a:pathLst>
          </a:custGeom>
          <a:solidFill>
            <a:srgbClr val="00809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p:txBody>
      </p:sp>
      <p:sp>
        <p:nvSpPr>
          <p:cNvPr id="324" name="Google Shape;324;p28"/>
          <p:cNvSpPr/>
          <p:nvPr/>
        </p:nvSpPr>
        <p:spPr>
          <a:xfrm flipH="1">
            <a:off x="1209108" y="3940685"/>
            <a:ext cx="4107924" cy="137874"/>
          </a:xfrm>
          <a:custGeom>
            <a:rect b="b" l="l" r="r" t="t"/>
            <a:pathLst>
              <a:path extrusionOk="0" h="119633" w="2922174">
                <a:moveTo>
                  <a:pt x="0" y="0"/>
                </a:moveTo>
                <a:lnTo>
                  <a:pt x="2853119" y="0"/>
                </a:lnTo>
                <a:lnTo>
                  <a:pt x="2922175" y="119634"/>
                </a:lnTo>
                <a:lnTo>
                  <a:pt x="0" y="0"/>
                </a:lnTo>
                <a:close/>
              </a:path>
            </a:pathLst>
          </a:custGeom>
          <a:solidFill>
            <a:srgbClr val="05897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Poppins"/>
              <a:ea typeface="Poppins"/>
              <a:cs typeface="Poppins"/>
              <a:sym typeface="Poppins"/>
            </a:endParaRPr>
          </a:p>
        </p:txBody>
      </p:sp>
      <p:sp>
        <p:nvSpPr>
          <p:cNvPr id="325" name="Google Shape;325;p28"/>
          <p:cNvSpPr/>
          <p:nvPr>
            <p:ph idx="2" type="pic"/>
          </p:nvPr>
        </p:nvSpPr>
        <p:spPr>
          <a:xfrm>
            <a:off x="3174449" y="1387011"/>
            <a:ext cx="274320" cy="274320"/>
          </a:xfrm>
          <a:prstGeom prst="rect">
            <a:avLst/>
          </a:prstGeom>
          <a:noFill/>
          <a:ln>
            <a:noFill/>
          </a:ln>
        </p:spPr>
      </p:sp>
      <p:sp>
        <p:nvSpPr>
          <p:cNvPr id="326" name="Google Shape;326;p28"/>
          <p:cNvSpPr/>
          <p:nvPr>
            <p:ph idx="3" type="pic"/>
          </p:nvPr>
        </p:nvSpPr>
        <p:spPr>
          <a:xfrm>
            <a:off x="3174449" y="2026850"/>
            <a:ext cx="274320" cy="274320"/>
          </a:xfrm>
          <a:prstGeom prst="rect">
            <a:avLst/>
          </a:prstGeom>
          <a:noFill/>
          <a:ln>
            <a:noFill/>
          </a:ln>
        </p:spPr>
      </p:sp>
      <p:sp>
        <p:nvSpPr>
          <p:cNvPr id="327" name="Google Shape;327;p28"/>
          <p:cNvSpPr/>
          <p:nvPr>
            <p:ph idx="4" type="pic"/>
          </p:nvPr>
        </p:nvSpPr>
        <p:spPr>
          <a:xfrm>
            <a:off x="3174449" y="2740397"/>
            <a:ext cx="274320" cy="274320"/>
          </a:xfrm>
          <a:prstGeom prst="rect">
            <a:avLst/>
          </a:prstGeom>
          <a:noFill/>
          <a:ln>
            <a:noFill/>
          </a:ln>
        </p:spPr>
      </p:sp>
      <p:sp>
        <p:nvSpPr>
          <p:cNvPr id="328" name="Google Shape;328;p28"/>
          <p:cNvSpPr/>
          <p:nvPr>
            <p:ph idx="5" type="pic"/>
          </p:nvPr>
        </p:nvSpPr>
        <p:spPr>
          <a:xfrm>
            <a:off x="3174449" y="3416256"/>
            <a:ext cx="274320" cy="274320"/>
          </a:xfrm>
          <a:prstGeom prst="rect">
            <a:avLst/>
          </a:prstGeom>
          <a:noFill/>
          <a:ln>
            <a:noFill/>
          </a:ln>
        </p:spPr>
      </p:sp>
      <p:sp>
        <p:nvSpPr>
          <p:cNvPr id="329" name="Google Shape;329;p28"/>
          <p:cNvSpPr/>
          <p:nvPr>
            <p:ph idx="6" type="pic"/>
          </p:nvPr>
        </p:nvSpPr>
        <p:spPr>
          <a:xfrm>
            <a:off x="3174449" y="4163482"/>
            <a:ext cx="274320" cy="274320"/>
          </a:xfrm>
          <a:prstGeom prst="rect">
            <a:avLst/>
          </a:prstGeom>
          <a:noFill/>
          <a:ln>
            <a:noFill/>
          </a:ln>
        </p:spPr>
      </p:sp>
      <p:sp>
        <p:nvSpPr>
          <p:cNvPr id="330" name="Google Shape;330;p28"/>
          <p:cNvSpPr txBox="1"/>
          <p:nvPr>
            <p:ph idx="1" type="body"/>
          </p:nvPr>
        </p:nvSpPr>
        <p:spPr>
          <a:xfrm>
            <a:off x="4483690" y="1149105"/>
            <a:ext cx="3723152" cy="207749"/>
          </a:xfrm>
          <a:prstGeom prst="rect">
            <a:avLst/>
          </a:prstGeom>
          <a:noFill/>
          <a:ln>
            <a:noFill/>
          </a:ln>
        </p:spPr>
        <p:txBody>
          <a:bodyPr anchorCtr="0" anchor="t" bIns="34275" lIns="68575" spcFirstLastPara="1" rIns="68575" wrap="square" tIns="34275">
            <a:noAutofit/>
          </a:bodyPr>
          <a:lstStyle>
            <a:lvl1pPr indent="-228600" lvl="0" marL="457200" algn="r">
              <a:lnSpc>
                <a:spcPct val="100000"/>
              </a:lnSpc>
              <a:spcBef>
                <a:spcPts val="0"/>
              </a:spcBef>
              <a:spcAft>
                <a:spcPts val="0"/>
              </a:spcAft>
              <a:buClr>
                <a:srgbClr val="262626"/>
              </a:buClr>
              <a:buSzPts val="900"/>
              <a:buNone/>
              <a:defRPr b="1" sz="9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1" name="Google Shape;331;p28"/>
          <p:cNvSpPr txBox="1"/>
          <p:nvPr>
            <p:ph idx="7" type="body"/>
          </p:nvPr>
        </p:nvSpPr>
        <p:spPr>
          <a:xfrm>
            <a:off x="4480616" y="1320483"/>
            <a:ext cx="3725349" cy="365485"/>
          </a:xfrm>
          <a:prstGeom prst="rect">
            <a:avLst/>
          </a:prstGeom>
          <a:noFill/>
          <a:ln>
            <a:noFill/>
          </a:ln>
        </p:spPr>
        <p:txBody>
          <a:bodyPr anchorCtr="0" anchor="t" bIns="34275" lIns="68575" spcFirstLastPara="1" rIns="68575" wrap="square" tIns="34275">
            <a:noAutofit/>
          </a:bodyPr>
          <a:lstStyle>
            <a:lvl1pPr indent="-228600" lvl="0" marL="457200" algn="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2" name="Google Shape;332;p28"/>
          <p:cNvSpPr txBox="1"/>
          <p:nvPr>
            <p:ph idx="8" type="body"/>
          </p:nvPr>
        </p:nvSpPr>
        <p:spPr>
          <a:xfrm>
            <a:off x="4715227" y="1865358"/>
            <a:ext cx="3491615" cy="207749"/>
          </a:xfrm>
          <a:prstGeom prst="rect">
            <a:avLst/>
          </a:prstGeom>
          <a:noFill/>
          <a:ln>
            <a:noFill/>
          </a:ln>
        </p:spPr>
        <p:txBody>
          <a:bodyPr anchorCtr="0" anchor="t" bIns="34275" lIns="68575" spcFirstLastPara="1" rIns="68575" wrap="square" tIns="34275">
            <a:noAutofit/>
          </a:bodyPr>
          <a:lstStyle>
            <a:lvl1pPr indent="-228600" lvl="0" marL="457200" algn="r">
              <a:lnSpc>
                <a:spcPct val="100000"/>
              </a:lnSpc>
              <a:spcBef>
                <a:spcPts val="0"/>
              </a:spcBef>
              <a:spcAft>
                <a:spcPts val="0"/>
              </a:spcAft>
              <a:buClr>
                <a:srgbClr val="262626"/>
              </a:buClr>
              <a:buSzPts val="900"/>
              <a:buNone/>
              <a:defRPr b="1" sz="9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3" name="Google Shape;333;p28"/>
          <p:cNvSpPr txBox="1"/>
          <p:nvPr>
            <p:ph idx="9" type="body"/>
          </p:nvPr>
        </p:nvSpPr>
        <p:spPr>
          <a:xfrm>
            <a:off x="4712290" y="2036736"/>
            <a:ext cx="3493675" cy="365485"/>
          </a:xfrm>
          <a:prstGeom prst="rect">
            <a:avLst/>
          </a:prstGeom>
          <a:noFill/>
          <a:ln>
            <a:noFill/>
          </a:ln>
        </p:spPr>
        <p:txBody>
          <a:bodyPr anchorCtr="0" anchor="t" bIns="34275" lIns="68575" spcFirstLastPara="1" rIns="68575" wrap="square" tIns="34275">
            <a:noAutofit/>
          </a:bodyPr>
          <a:lstStyle>
            <a:lvl1pPr indent="-228600" lvl="0" marL="457200" algn="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4" name="Google Shape;334;p28"/>
          <p:cNvSpPr txBox="1"/>
          <p:nvPr>
            <p:ph idx="13" type="body"/>
          </p:nvPr>
        </p:nvSpPr>
        <p:spPr>
          <a:xfrm>
            <a:off x="5093825" y="2577239"/>
            <a:ext cx="3113015" cy="207749"/>
          </a:xfrm>
          <a:prstGeom prst="rect">
            <a:avLst/>
          </a:prstGeom>
          <a:noFill/>
          <a:ln>
            <a:noFill/>
          </a:ln>
        </p:spPr>
        <p:txBody>
          <a:bodyPr anchorCtr="0" anchor="t" bIns="34275" lIns="68575" spcFirstLastPara="1" rIns="68575" wrap="square" tIns="34275">
            <a:noAutofit/>
          </a:bodyPr>
          <a:lstStyle>
            <a:lvl1pPr indent="-228600" lvl="0" marL="457200" algn="r">
              <a:lnSpc>
                <a:spcPct val="100000"/>
              </a:lnSpc>
              <a:spcBef>
                <a:spcPts val="0"/>
              </a:spcBef>
              <a:spcAft>
                <a:spcPts val="0"/>
              </a:spcAft>
              <a:buClr>
                <a:srgbClr val="262626"/>
              </a:buClr>
              <a:buSzPts val="900"/>
              <a:buNone/>
              <a:defRPr b="1" sz="9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5" name="Google Shape;335;p28"/>
          <p:cNvSpPr txBox="1"/>
          <p:nvPr>
            <p:ph idx="14" type="body"/>
          </p:nvPr>
        </p:nvSpPr>
        <p:spPr>
          <a:xfrm>
            <a:off x="5091112" y="2748617"/>
            <a:ext cx="3114853" cy="365485"/>
          </a:xfrm>
          <a:prstGeom prst="rect">
            <a:avLst/>
          </a:prstGeom>
          <a:noFill/>
          <a:ln>
            <a:noFill/>
          </a:ln>
        </p:spPr>
        <p:txBody>
          <a:bodyPr anchorCtr="0" anchor="t" bIns="34275" lIns="68575" spcFirstLastPara="1" rIns="68575" wrap="square" tIns="34275">
            <a:noAutofit/>
          </a:bodyPr>
          <a:lstStyle>
            <a:lvl1pPr indent="-228600" lvl="0" marL="457200" algn="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6" name="Google Shape;336;p28"/>
          <p:cNvSpPr txBox="1"/>
          <p:nvPr>
            <p:ph idx="15" type="body"/>
          </p:nvPr>
        </p:nvSpPr>
        <p:spPr>
          <a:xfrm>
            <a:off x="5522187" y="3284706"/>
            <a:ext cx="2684653" cy="207749"/>
          </a:xfrm>
          <a:prstGeom prst="rect">
            <a:avLst/>
          </a:prstGeom>
          <a:noFill/>
          <a:ln>
            <a:noFill/>
          </a:ln>
        </p:spPr>
        <p:txBody>
          <a:bodyPr anchorCtr="0" anchor="t" bIns="34275" lIns="68575" spcFirstLastPara="1" rIns="68575" wrap="square" tIns="34275">
            <a:noAutofit/>
          </a:bodyPr>
          <a:lstStyle>
            <a:lvl1pPr indent="-228600" lvl="0" marL="457200" algn="r">
              <a:lnSpc>
                <a:spcPct val="100000"/>
              </a:lnSpc>
              <a:spcBef>
                <a:spcPts val="0"/>
              </a:spcBef>
              <a:spcAft>
                <a:spcPts val="0"/>
              </a:spcAft>
              <a:buClr>
                <a:srgbClr val="262626"/>
              </a:buClr>
              <a:buSzPts val="900"/>
              <a:buNone/>
              <a:defRPr b="1" sz="9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7" name="Google Shape;337;p28"/>
          <p:cNvSpPr txBox="1"/>
          <p:nvPr>
            <p:ph idx="16" type="body"/>
          </p:nvPr>
        </p:nvSpPr>
        <p:spPr>
          <a:xfrm>
            <a:off x="5519726" y="3456084"/>
            <a:ext cx="2686238" cy="365485"/>
          </a:xfrm>
          <a:prstGeom prst="rect">
            <a:avLst/>
          </a:prstGeom>
          <a:noFill/>
          <a:ln>
            <a:noFill/>
          </a:ln>
        </p:spPr>
        <p:txBody>
          <a:bodyPr anchorCtr="0" anchor="t" bIns="34275" lIns="68575" spcFirstLastPara="1" rIns="68575" wrap="square" tIns="34275">
            <a:noAutofit/>
          </a:bodyPr>
          <a:lstStyle>
            <a:lvl1pPr indent="-228600" lvl="0" marL="457200" algn="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8" name="Google Shape;338;p28"/>
          <p:cNvSpPr txBox="1"/>
          <p:nvPr>
            <p:ph idx="17" type="body"/>
          </p:nvPr>
        </p:nvSpPr>
        <p:spPr>
          <a:xfrm>
            <a:off x="6053379" y="3997568"/>
            <a:ext cx="2153461" cy="207749"/>
          </a:xfrm>
          <a:prstGeom prst="rect">
            <a:avLst/>
          </a:prstGeom>
          <a:noFill/>
          <a:ln>
            <a:noFill/>
          </a:ln>
        </p:spPr>
        <p:txBody>
          <a:bodyPr anchorCtr="0" anchor="t" bIns="34275" lIns="68575" spcFirstLastPara="1" rIns="68575" wrap="square" tIns="34275">
            <a:noAutofit/>
          </a:bodyPr>
          <a:lstStyle>
            <a:lvl1pPr indent="-228600" lvl="0" marL="457200" algn="r">
              <a:lnSpc>
                <a:spcPct val="100000"/>
              </a:lnSpc>
              <a:spcBef>
                <a:spcPts val="0"/>
              </a:spcBef>
              <a:spcAft>
                <a:spcPts val="0"/>
              </a:spcAft>
              <a:buClr>
                <a:srgbClr val="262626"/>
              </a:buClr>
              <a:buSzPts val="900"/>
              <a:buNone/>
              <a:defRPr b="1" sz="9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9" name="Google Shape;339;p28"/>
          <p:cNvSpPr txBox="1"/>
          <p:nvPr>
            <p:ph idx="18" type="body"/>
          </p:nvPr>
        </p:nvSpPr>
        <p:spPr>
          <a:xfrm>
            <a:off x="6051233" y="4168946"/>
            <a:ext cx="2154732" cy="365485"/>
          </a:xfrm>
          <a:prstGeom prst="rect">
            <a:avLst/>
          </a:prstGeom>
          <a:noFill/>
          <a:ln>
            <a:noFill/>
          </a:ln>
        </p:spPr>
        <p:txBody>
          <a:bodyPr anchorCtr="0" anchor="t" bIns="34275" lIns="68575" spcFirstLastPara="1" rIns="68575" wrap="square" tIns="34275">
            <a:noAutofit/>
          </a:bodyPr>
          <a:lstStyle>
            <a:lvl1pPr indent="-228600" lvl="0" marL="457200" algn="r">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up">
  <p:cSld name="Device Mockup">
    <p:bg>
      <p:bgPr>
        <a:solidFill>
          <a:schemeClr val="dk2"/>
        </a:solidFill>
      </p:bgPr>
    </p:bg>
    <p:spTree>
      <p:nvGrpSpPr>
        <p:cNvPr id="340" name="Shape 340"/>
        <p:cNvGrpSpPr/>
        <p:nvPr/>
      </p:nvGrpSpPr>
      <p:grpSpPr>
        <a:xfrm>
          <a:off x="0" y="0"/>
          <a:ext cx="0" cy="0"/>
          <a:chOff x="0" y="0"/>
          <a:chExt cx="0" cy="0"/>
        </a:xfrm>
      </p:grpSpPr>
      <p:sp>
        <p:nvSpPr>
          <p:cNvPr id="341" name="Google Shape;341;p29"/>
          <p:cNvSpPr/>
          <p:nvPr/>
        </p:nvSpPr>
        <p:spPr>
          <a:xfrm>
            <a:off x="5695950" y="0"/>
            <a:ext cx="3494239"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342" name="Google Shape;342;p29"/>
          <p:cNvSpPr txBox="1"/>
          <p:nvPr>
            <p:ph type="title"/>
          </p:nvPr>
        </p:nvSpPr>
        <p:spPr>
          <a:xfrm>
            <a:off x="514350" y="520700"/>
            <a:ext cx="4001936" cy="904094"/>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lt1"/>
              </a:buClr>
              <a:buSzPts val="3000"/>
              <a:buFont typeface="Poppins"/>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43" name="Google Shape;343;p29"/>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4" name="Google Shape;344;p29"/>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345" name="Google Shape;345;p29"/>
          <p:cNvPicPr preferRelativeResize="0"/>
          <p:nvPr/>
        </p:nvPicPr>
        <p:blipFill rotWithShape="1">
          <a:blip r:embed="rId2">
            <a:alphaModFix/>
          </a:blip>
          <a:srcRect b="0" l="0" r="45114" t="0"/>
          <a:stretch/>
        </p:blipFill>
        <p:spPr>
          <a:xfrm>
            <a:off x="5330475" y="542925"/>
            <a:ext cx="3859715" cy="4104037"/>
          </a:xfrm>
          <a:custGeom>
            <a:rect b="b" l="l" r="r" t="t"/>
            <a:pathLst>
              <a:path extrusionOk="0" h="5472049" w="5146287">
                <a:moveTo>
                  <a:pt x="0" y="0"/>
                </a:moveTo>
                <a:lnTo>
                  <a:pt x="5146287" y="0"/>
                </a:lnTo>
                <a:lnTo>
                  <a:pt x="5146287" y="300312"/>
                </a:lnTo>
                <a:lnTo>
                  <a:pt x="1119456" y="300312"/>
                </a:lnTo>
                <a:lnTo>
                  <a:pt x="1119456" y="4816034"/>
                </a:lnTo>
                <a:lnTo>
                  <a:pt x="5146287" y="4816034"/>
                </a:lnTo>
                <a:lnTo>
                  <a:pt x="5146287" y="5472049"/>
                </a:lnTo>
                <a:lnTo>
                  <a:pt x="0" y="5472049"/>
                </a:lnTo>
                <a:close/>
              </a:path>
            </a:pathLst>
          </a:custGeom>
          <a:noFill/>
          <a:ln>
            <a:noFill/>
          </a:ln>
        </p:spPr>
      </p:pic>
      <p:sp>
        <p:nvSpPr>
          <p:cNvPr id="346" name="Google Shape;346;p29"/>
          <p:cNvSpPr txBox="1"/>
          <p:nvPr>
            <p:ph idx="1" type="body"/>
          </p:nvPr>
        </p:nvSpPr>
        <p:spPr>
          <a:xfrm>
            <a:off x="514350" y="1424794"/>
            <a:ext cx="3086100"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100"/>
              <a:buNone/>
              <a:defRPr sz="11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7" name="Google Shape;347;p29"/>
          <p:cNvSpPr txBox="1"/>
          <p:nvPr>
            <p:ph idx="2" type="body"/>
          </p:nvPr>
        </p:nvSpPr>
        <p:spPr>
          <a:xfrm>
            <a:off x="514350" y="2208806"/>
            <a:ext cx="3565944"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100"/>
              <a:buNone/>
              <a:defRPr b="1" sz="11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8" name="Google Shape;348;p29"/>
          <p:cNvSpPr txBox="1"/>
          <p:nvPr>
            <p:ph idx="3" type="body"/>
          </p:nvPr>
        </p:nvSpPr>
        <p:spPr>
          <a:xfrm>
            <a:off x="514349" y="2439638"/>
            <a:ext cx="3568049" cy="218316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D8D8D8"/>
              </a:buClr>
              <a:buSzPts val="800"/>
              <a:buNone/>
              <a:defRPr>
                <a:solidFill>
                  <a:srgbClr val="D8D8D8"/>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9" name="Google Shape;349;p29"/>
          <p:cNvSpPr/>
          <p:nvPr>
            <p:ph idx="4" type="pic"/>
          </p:nvPr>
        </p:nvSpPr>
        <p:spPr>
          <a:xfrm>
            <a:off x="6156416" y="771524"/>
            <a:ext cx="3033774" cy="3400199"/>
          </a:xfrm>
          <a:prstGeom prst="rect">
            <a:avLst/>
          </a:prstGeom>
          <a:solidFill>
            <a:srgbClr val="AEAEAE"/>
          </a:solidFill>
          <a:ln>
            <a:noFill/>
          </a:ln>
        </p:spPr>
      </p:sp>
      <p:sp>
        <p:nvSpPr>
          <p:cNvPr id="350" name="Google Shape;350;p29"/>
          <p:cNvSpPr/>
          <p:nvPr>
            <p:ph idx="5" type="pic"/>
          </p:nvPr>
        </p:nvSpPr>
        <p:spPr>
          <a:xfrm>
            <a:off x="4958177" y="1519691"/>
            <a:ext cx="1458363" cy="3039891"/>
          </a:xfrm>
          <a:prstGeom prst="rect">
            <a:avLst/>
          </a:prstGeom>
          <a:solidFill>
            <a:srgbClr val="AEAEAE"/>
          </a:solidFill>
          <a:ln>
            <a:noFill/>
          </a:ln>
        </p:spPr>
      </p:sp>
      <p:pic>
        <p:nvPicPr>
          <p:cNvPr id="351" name="Google Shape;351;p29"/>
          <p:cNvPicPr preferRelativeResize="0"/>
          <p:nvPr/>
        </p:nvPicPr>
        <p:blipFill rotWithShape="1">
          <a:blip r:embed="rId3">
            <a:alphaModFix/>
          </a:blip>
          <a:srcRect b="0" l="0" r="0" t="0"/>
          <a:stretch/>
        </p:blipFill>
        <p:spPr>
          <a:xfrm>
            <a:off x="4896589" y="1432313"/>
            <a:ext cx="1593931" cy="3214649"/>
          </a:xfrm>
          <a:custGeom>
            <a:rect b="b" l="l" r="r" t="t"/>
            <a:pathLst>
              <a:path extrusionOk="0" h="5486400" w="2720340">
                <a:moveTo>
                  <a:pt x="406723" y="167078"/>
                </a:moveTo>
                <a:cubicBezTo>
                  <a:pt x="276794" y="167078"/>
                  <a:pt x="171422" y="272427"/>
                  <a:pt x="171422" y="402381"/>
                </a:cubicBezTo>
                <a:lnTo>
                  <a:pt x="171422" y="5031810"/>
                </a:lnTo>
                <a:cubicBezTo>
                  <a:pt x="171422" y="5167736"/>
                  <a:pt x="281627" y="5277929"/>
                  <a:pt x="417543" y="5277929"/>
                </a:cubicBezTo>
                <a:lnTo>
                  <a:pt x="2311154" y="5277929"/>
                </a:lnTo>
                <a:cubicBezTo>
                  <a:pt x="2447068" y="5277929"/>
                  <a:pt x="2557274" y="5167736"/>
                  <a:pt x="2557274" y="5031810"/>
                </a:cubicBezTo>
                <a:lnTo>
                  <a:pt x="2557274" y="402381"/>
                </a:lnTo>
                <a:cubicBezTo>
                  <a:pt x="2557274" y="402041"/>
                  <a:pt x="2557274" y="401701"/>
                  <a:pt x="2557274" y="401361"/>
                </a:cubicBezTo>
                <a:cubicBezTo>
                  <a:pt x="2556765" y="271408"/>
                  <a:pt x="2450884" y="166516"/>
                  <a:pt x="2320953" y="167078"/>
                </a:cubicBezTo>
                <a:lnTo>
                  <a:pt x="2063763" y="167078"/>
                </a:lnTo>
                <a:cubicBezTo>
                  <a:pt x="2035639" y="167078"/>
                  <a:pt x="2012859" y="189870"/>
                  <a:pt x="2012859" y="217982"/>
                </a:cubicBezTo>
                <a:cubicBezTo>
                  <a:pt x="2012859" y="292273"/>
                  <a:pt x="1952666" y="352496"/>
                  <a:pt x="1878345" y="352496"/>
                </a:cubicBezTo>
                <a:lnTo>
                  <a:pt x="849586" y="352496"/>
                </a:lnTo>
                <a:cubicBezTo>
                  <a:pt x="775265" y="352496"/>
                  <a:pt x="715072" y="292273"/>
                  <a:pt x="715072" y="217982"/>
                </a:cubicBezTo>
                <a:cubicBezTo>
                  <a:pt x="715072" y="189870"/>
                  <a:pt x="692293" y="167078"/>
                  <a:pt x="664169" y="167078"/>
                </a:cubicBezTo>
                <a:close/>
                <a:moveTo>
                  <a:pt x="0" y="0"/>
                </a:moveTo>
                <a:lnTo>
                  <a:pt x="2720340" y="0"/>
                </a:lnTo>
                <a:lnTo>
                  <a:pt x="2720340" y="5486400"/>
                </a:lnTo>
                <a:lnTo>
                  <a:pt x="0" y="5486400"/>
                </a:lnTo>
                <a:close/>
              </a:path>
            </a:pathLst>
          </a:cu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cess Flow">
  <p:cSld name="Process Flow">
    <p:spTree>
      <p:nvGrpSpPr>
        <p:cNvPr id="352" name="Shape 352"/>
        <p:cNvGrpSpPr/>
        <p:nvPr/>
      </p:nvGrpSpPr>
      <p:grpSpPr>
        <a:xfrm>
          <a:off x="0" y="0"/>
          <a:ext cx="0" cy="0"/>
          <a:chOff x="0" y="0"/>
          <a:chExt cx="0" cy="0"/>
        </a:xfrm>
      </p:grpSpPr>
      <p:sp>
        <p:nvSpPr>
          <p:cNvPr id="353" name="Google Shape;353;p30"/>
          <p:cNvSpPr txBox="1"/>
          <p:nvPr>
            <p:ph type="title"/>
          </p:nvPr>
        </p:nvSpPr>
        <p:spPr>
          <a:xfrm>
            <a:off x="514349" y="520700"/>
            <a:ext cx="8115299" cy="488595"/>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3000"/>
              <a:buFont typeface="Poppi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4" name="Google Shape;354;p30"/>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5" name="Google Shape;355;p30"/>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56" name="Google Shape;356;p30"/>
          <p:cNvSpPr/>
          <p:nvPr/>
        </p:nvSpPr>
        <p:spPr>
          <a:xfrm>
            <a:off x="514350" y="1728723"/>
            <a:ext cx="554832" cy="554831"/>
          </a:xfrm>
          <a:prstGeom prst="ellipse">
            <a:avLst/>
          </a:prstGeom>
          <a:noFill/>
          <a:ln cap="flat" cmpd="sng" w="190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Poppins"/>
              <a:ea typeface="Poppins"/>
              <a:cs typeface="Poppins"/>
              <a:sym typeface="Poppins"/>
            </a:endParaRPr>
          </a:p>
        </p:txBody>
      </p:sp>
      <p:sp>
        <p:nvSpPr>
          <p:cNvPr id="357" name="Google Shape;357;p30"/>
          <p:cNvSpPr/>
          <p:nvPr>
            <p:ph idx="2" type="pic"/>
          </p:nvPr>
        </p:nvSpPr>
        <p:spPr>
          <a:xfrm>
            <a:off x="662695" y="1877067"/>
            <a:ext cx="258143" cy="258142"/>
          </a:xfrm>
          <a:prstGeom prst="rect">
            <a:avLst/>
          </a:prstGeom>
          <a:noFill/>
          <a:ln>
            <a:noFill/>
          </a:ln>
        </p:spPr>
      </p:sp>
      <p:sp>
        <p:nvSpPr>
          <p:cNvPr id="358" name="Google Shape;358;p30"/>
          <p:cNvSpPr txBox="1"/>
          <p:nvPr>
            <p:ph idx="1" type="body"/>
          </p:nvPr>
        </p:nvSpPr>
        <p:spPr>
          <a:xfrm>
            <a:off x="514350" y="1009295"/>
            <a:ext cx="3086100"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100"/>
              <a:buNone/>
              <a:defRPr sz="11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359" name="Google Shape;359;p30"/>
          <p:cNvCxnSpPr>
            <a:stCxn id="356" idx="4"/>
          </p:cNvCxnSpPr>
          <p:nvPr/>
        </p:nvCxnSpPr>
        <p:spPr>
          <a:xfrm>
            <a:off x="791766" y="2283554"/>
            <a:ext cx="0" cy="2181300"/>
          </a:xfrm>
          <a:prstGeom prst="straightConnector1">
            <a:avLst/>
          </a:prstGeom>
          <a:noFill/>
          <a:ln cap="flat" cmpd="sng" w="19050">
            <a:solidFill>
              <a:schemeClr val="accent3"/>
            </a:solidFill>
            <a:prstDash val="solid"/>
            <a:miter lim="800000"/>
            <a:headEnd len="sm" w="sm" type="none"/>
            <a:tailEnd len="sm" w="sm" type="none"/>
          </a:ln>
        </p:spPr>
      </p:cxnSp>
      <p:sp>
        <p:nvSpPr>
          <p:cNvPr id="360" name="Google Shape;360;p30"/>
          <p:cNvSpPr txBox="1"/>
          <p:nvPr>
            <p:ph idx="3" type="body"/>
          </p:nvPr>
        </p:nvSpPr>
        <p:spPr>
          <a:xfrm>
            <a:off x="939646" y="2442783"/>
            <a:ext cx="1606393"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1" name="Google Shape;361;p30"/>
          <p:cNvSpPr txBox="1"/>
          <p:nvPr>
            <p:ph idx="4" type="body"/>
          </p:nvPr>
        </p:nvSpPr>
        <p:spPr>
          <a:xfrm>
            <a:off x="937500" y="2673615"/>
            <a:ext cx="1607342" cy="179139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2" name="Google Shape;362;p30"/>
          <p:cNvSpPr/>
          <p:nvPr/>
        </p:nvSpPr>
        <p:spPr>
          <a:xfrm>
            <a:off x="2544129" y="1728723"/>
            <a:ext cx="554832" cy="554831"/>
          </a:xfrm>
          <a:prstGeom prst="ellipse">
            <a:avLst/>
          </a:prstGeom>
          <a:noFill/>
          <a:ln cap="flat" cmpd="sng" w="190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Poppins"/>
              <a:ea typeface="Poppins"/>
              <a:cs typeface="Poppins"/>
              <a:sym typeface="Poppins"/>
            </a:endParaRPr>
          </a:p>
        </p:txBody>
      </p:sp>
      <p:sp>
        <p:nvSpPr>
          <p:cNvPr id="363" name="Google Shape;363;p30"/>
          <p:cNvSpPr/>
          <p:nvPr>
            <p:ph idx="5" type="pic"/>
          </p:nvPr>
        </p:nvSpPr>
        <p:spPr>
          <a:xfrm>
            <a:off x="2688655" y="1877067"/>
            <a:ext cx="258142" cy="258142"/>
          </a:xfrm>
          <a:prstGeom prst="rect">
            <a:avLst/>
          </a:prstGeom>
          <a:noFill/>
          <a:ln>
            <a:noFill/>
          </a:ln>
        </p:spPr>
      </p:sp>
      <p:cxnSp>
        <p:nvCxnSpPr>
          <p:cNvPr id="364" name="Google Shape;364;p30"/>
          <p:cNvCxnSpPr>
            <a:stCxn id="362" idx="4"/>
          </p:cNvCxnSpPr>
          <p:nvPr/>
        </p:nvCxnSpPr>
        <p:spPr>
          <a:xfrm flipH="1">
            <a:off x="2817645" y="2283554"/>
            <a:ext cx="3900" cy="2181300"/>
          </a:xfrm>
          <a:prstGeom prst="straightConnector1">
            <a:avLst/>
          </a:prstGeom>
          <a:noFill/>
          <a:ln cap="flat" cmpd="sng" w="19050">
            <a:solidFill>
              <a:schemeClr val="accent3"/>
            </a:solidFill>
            <a:prstDash val="solid"/>
            <a:miter lim="800000"/>
            <a:headEnd len="sm" w="sm" type="none"/>
            <a:tailEnd len="sm" w="sm" type="none"/>
          </a:ln>
        </p:spPr>
      </p:cxnSp>
      <p:sp>
        <p:nvSpPr>
          <p:cNvPr id="365" name="Google Shape;365;p30"/>
          <p:cNvSpPr txBox="1"/>
          <p:nvPr>
            <p:ph idx="6" type="body"/>
          </p:nvPr>
        </p:nvSpPr>
        <p:spPr>
          <a:xfrm>
            <a:off x="2965606" y="2442783"/>
            <a:ext cx="1606393"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6" name="Google Shape;366;p30"/>
          <p:cNvSpPr txBox="1"/>
          <p:nvPr>
            <p:ph idx="7" type="body"/>
          </p:nvPr>
        </p:nvSpPr>
        <p:spPr>
          <a:xfrm>
            <a:off x="2963460" y="2673615"/>
            <a:ext cx="1607341" cy="179139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7" name="Google Shape;367;p30"/>
          <p:cNvSpPr/>
          <p:nvPr/>
        </p:nvSpPr>
        <p:spPr>
          <a:xfrm>
            <a:off x="4573908" y="1728723"/>
            <a:ext cx="554832" cy="554831"/>
          </a:xfrm>
          <a:prstGeom prst="ellipse">
            <a:avLst/>
          </a:prstGeom>
          <a:noFill/>
          <a:ln cap="flat" cmpd="sng" w="190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Poppins"/>
              <a:ea typeface="Poppins"/>
              <a:cs typeface="Poppins"/>
              <a:sym typeface="Poppins"/>
            </a:endParaRPr>
          </a:p>
        </p:txBody>
      </p:sp>
      <p:sp>
        <p:nvSpPr>
          <p:cNvPr id="368" name="Google Shape;368;p30"/>
          <p:cNvSpPr/>
          <p:nvPr>
            <p:ph idx="8" type="pic"/>
          </p:nvPr>
        </p:nvSpPr>
        <p:spPr>
          <a:xfrm>
            <a:off x="4720343" y="1877067"/>
            <a:ext cx="258143" cy="258142"/>
          </a:xfrm>
          <a:prstGeom prst="rect">
            <a:avLst/>
          </a:prstGeom>
          <a:noFill/>
          <a:ln>
            <a:noFill/>
          </a:ln>
        </p:spPr>
      </p:sp>
      <p:cxnSp>
        <p:nvCxnSpPr>
          <p:cNvPr id="369" name="Google Shape;369;p30"/>
          <p:cNvCxnSpPr>
            <a:stCxn id="367" idx="4"/>
          </p:cNvCxnSpPr>
          <p:nvPr/>
        </p:nvCxnSpPr>
        <p:spPr>
          <a:xfrm flipH="1">
            <a:off x="4849524" y="2283554"/>
            <a:ext cx="1800" cy="2181300"/>
          </a:xfrm>
          <a:prstGeom prst="straightConnector1">
            <a:avLst/>
          </a:prstGeom>
          <a:noFill/>
          <a:ln cap="flat" cmpd="sng" w="19050">
            <a:solidFill>
              <a:schemeClr val="accent3"/>
            </a:solidFill>
            <a:prstDash val="solid"/>
            <a:miter lim="800000"/>
            <a:headEnd len="sm" w="sm" type="none"/>
            <a:tailEnd len="sm" w="sm" type="none"/>
          </a:ln>
        </p:spPr>
      </p:cxnSp>
      <p:sp>
        <p:nvSpPr>
          <p:cNvPr id="370" name="Google Shape;370;p30"/>
          <p:cNvSpPr txBox="1"/>
          <p:nvPr>
            <p:ph idx="9" type="body"/>
          </p:nvPr>
        </p:nvSpPr>
        <p:spPr>
          <a:xfrm>
            <a:off x="4997294" y="2442783"/>
            <a:ext cx="1606393"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1" name="Google Shape;371;p30"/>
          <p:cNvSpPr txBox="1"/>
          <p:nvPr>
            <p:ph idx="13" type="body"/>
          </p:nvPr>
        </p:nvSpPr>
        <p:spPr>
          <a:xfrm>
            <a:off x="4995148" y="2673615"/>
            <a:ext cx="1607342" cy="179139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2" name="Google Shape;372;p30"/>
          <p:cNvSpPr/>
          <p:nvPr/>
        </p:nvSpPr>
        <p:spPr>
          <a:xfrm>
            <a:off x="6603686" y="1728723"/>
            <a:ext cx="554832" cy="554831"/>
          </a:xfrm>
          <a:prstGeom prst="ellipse">
            <a:avLst/>
          </a:prstGeom>
          <a:noFill/>
          <a:ln cap="flat" cmpd="sng" w="190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Poppins"/>
              <a:ea typeface="Poppins"/>
              <a:cs typeface="Poppins"/>
              <a:sym typeface="Poppins"/>
            </a:endParaRPr>
          </a:p>
        </p:txBody>
      </p:sp>
      <p:sp>
        <p:nvSpPr>
          <p:cNvPr id="373" name="Google Shape;373;p30"/>
          <p:cNvSpPr/>
          <p:nvPr>
            <p:ph idx="14" type="pic"/>
          </p:nvPr>
        </p:nvSpPr>
        <p:spPr>
          <a:xfrm>
            <a:off x="6752030" y="1877067"/>
            <a:ext cx="258143" cy="258142"/>
          </a:xfrm>
          <a:prstGeom prst="rect">
            <a:avLst/>
          </a:prstGeom>
          <a:noFill/>
          <a:ln>
            <a:noFill/>
          </a:ln>
        </p:spPr>
      </p:sp>
      <p:cxnSp>
        <p:nvCxnSpPr>
          <p:cNvPr id="374" name="Google Shape;374;p30"/>
          <p:cNvCxnSpPr>
            <a:stCxn id="372" idx="4"/>
          </p:cNvCxnSpPr>
          <p:nvPr/>
        </p:nvCxnSpPr>
        <p:spPr>
          <a:xfrm>
            <a:off x="6881102" y="2283554"/>
            <a:ext cx="0" cy="2181300"/>
          </a:xfrm>
          <a:prstGeom prst="straightConnector1">
            <a:avLst/>
          </a:prstGeom>
          <a:noFill/>
          <a:ln cap="flat" cmpd="sng" w="19050">
            <a:solidFill>
              <a:schemeClr val="accent3"/>
            </a:solidFill>
            <a:prstDash val="solid"/>
            <a:miter lim="800000"/>
            <a:headEnd len="sm" w="sm" type="none"/>
            <a:tailEnd len="sm" w="sm" type="none"/>
          </a:ln>
        </p:spPr>
      </p:cxnSp>
      <p:sp>
        <p:nvSpPr>
          <p:cNvPr id="375" name="Google Shape;375;p30"/>
          <p:cNvSpPr txBox="1"/>
          <p:nvPr>
            <p:ph idx="15" type="body"/>
          </p:nvPr>
        </p:nvSpPr>
        <p:spPr>
          <a:xfrm>
            <a:off x="7028981" y="2442783"/>
            <a:ext cx="1606393"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6" name="Google Shape;376;p30"/>
          <p:cNvSpPr txBox="1"/>
          <p:nvPr>
            <p:ph idx="16" type="body"/>
          </p:nvPr>
        </p:nvSpPr>
        <p:spPr>
          <a:xfrm>
            <a:off x="7026836" y="2673615"/>
            <a:ext cx="1607341" cy="179139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595959"/>
              </a:buClr>
              <a:buSzPts val="800"/>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377" name="Google Shape;377;p30"/>
          <p:cNvCxnSpPr/>
          <p:nvPr/>
        </p:nvCxnSpPr>
        <p:spPr>
          <a:xfrm>
            <a:off x="1241109" y="2006138"/>
            <a:ext cx="1131093" cy="0"/>
          </a:xfrm>
          <a:prstGeom prst="straightConnector1">
            <a:avLst/>
          </a:prstGeom>
          <a:noFill/>
          <a:ln cap="rnd" cmpd="sng" w="44450">
            <a:solidFill>
              <a:schemeClr val="accent3"/>
            </a:solidFill>
            <a:prstDash val="solid"/>
            <a:round/>
            <a:headEnd len="sm" w="sm" type="none"/>
            <a:tailEnd len="med" w="med" type="stealth"/>
          </a:ln>
        </p:spPr>
      </p:cxnSp>
      <p:cxnSp>
        <p:nvCxnSpPr>
          <p:cNvPr id="378" name="Google Shape;378;p30"/>
          <p:cNvCxnSpPr/>
          <p:nvPr/>
        </p:nvCxnSpPr>
        <p:spPr>
          <a:xfrm>
            <a:off x="3270888" y="2006138"/>
            <a:ext cx="1131093" cy="0"/>
          </a:xfrm>
          <a:prstGeom prst="straightConnector1">
            <a:avLst/>
          </a:prstGeom>
          <a:noFill/>
          <a:ln cap="rnd" cmpd="sng" w="44450">
            <a:solidFill>
              <a:schemeClr val="accent3"/>
            </a:solidFill>
            <a:prstDash val="solid"/>
            <a:round/>
            <a:headEnd len="sm" w="sm" type="none"/>
            <a:tailEnd len="med" w="med" type="stealth"/>
          </a:ln>
        </p:spPr>
      </p:cxnSp>
      <p:cxnSp>
        <p:nvCxnSpPr>
          <p:cNvPr id="379" name="Google Shape;379;p30"/>
          <p:cNvCxnSpPr/>
          <p:nvPr/>
        </p:nvCxnSpPr>
        <p:spPr>
          <a:xfrm>
            <a:off x="5300667" y="2006138"/>
            <a:ext cx="1131093" cy="0"/>
          </a:xfrm>
          <a:prstGeom prst="straightConnector1">
            <a:avLst/>
          </a:prstGeom>
          <a:noFill/>
          <a:ln cap="rnd" cmpd="sng" w="44450">
            <a:solidFill>
              <a:schemeClr val="accent3"/>
            </a:solidFill>
            <a:prstDash val="solid"/>
            <a:round/>
            <a:headEnd len="sm" w="sm" type="none"/>
            <a:tailEnd len="med" w="med" type="stealth"/>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Audience">
  <p:cSld name="Target Audience">
    <p:bg>
      <p:bgPr>
        <a:solidFill>
          <a:schemeClr val="dk2"/>
        </a:solidFill>
      </p:bgPr>
    </p:bg>
    <p:spTree>
      <p:nvGrpSpPr>
        <p:cNvPr id="380" name="Shape 380"/>
        <p:cNvGrpSpPr/>
        <p:nvPr/>
      </p:nvGrpSpPr>
      <p:grpSpPr>
        <a:xfrm>
          <a:off x="0" y="0"/>
          <a:ext cx="0" cy="0"/>
          <a:chOff x="0" y="0"/>
          <a:chExt cx="0" cy="0"/>
        </a:xfrm>
      </p:grpSpPr>
      <p:sp>
        <p:nvSpPr>
          <p:cNvPr id="381" name="Google Shape;381;p31"/>
          <p:cNvSpPr txBox="1"/>
          <p:nvPr>
            <p:ph type="title"/>
          </p:nvPr>
        </p:nvSpPr>
        <p:spPr>
          <a:xfrm>
            <a:off x="514349" y="520700"/>
            <a:ext cx="6324601" cy="488595"/>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lt1"/>
              </a:buClr>
              <a:buSzPts val="3000"/>
              <a:buFont typeface="Poppins"/>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2" name="Google Shape;382;p31"/>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3" name="Google Shape;383;p31"/>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84" name="Google Shape;384;p31"/>
          <p:cNvSpPr txBox="1"/>
          <p:nvPr>
            <p:ph idx="1" type="body"/>
          </p:nvPr>
        </p:nvSpPr>
        <p:spPr>
          <a:xfrm>
            <a:off x="514350" y="1009295"/>
            <a:ext cx="3086100"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100"/>
              <a:buNone/>
              <a:defRPr sz="11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5" name="Google Shape;385;p31"/>
          <p:cNvSpPr/>
          <p:nvPr/>
        </p:nvSpPr>
        <p:spPr>
          <a:xfrm>
            <a:off x="3403238" y="1638300"/>
            <a:ext cx="2661373" cy="2984500"/>
          </a:xfrm>
          <a:prstGeom prst="roundRect">
            <a:avLst>
              <a:gd fmla="val 3637"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386" name="Google Shape;386;p31"/>
          <p:cNvSpPr/>
          <p:nvPr>
            <p:ph idx="2" type="pic"/>
          </p:nvPr>
        </p:nvSpPr>
        <p:spPr>
          <a:xfrm>
            <a:off x="590550" y="1638300"/>
            <a:ext cx="2661373" cy="2984500"/>
          </a:xfrm>
          <a:prstGeom prst="rect">
            <a:avLst/>
          </a:prstGeom>
          <a:solidFill>
            <a:srgbClr val="AEAEAE"/>
          </a:solidFill>
          <a:ln>
            <a:noFill/>
          </a:ln>
        </p:spPr>
      </p:sp>
      <p:sp>
        <p:nvSpPr>
          <p:cNvPr id="387" name="Google Shape;387;p31"/>
          <p:cNvSpPr/>
          <p:nvPr/>
        </p:nvSpPr>
        <p:spPr>
          <a:xfrm>
            <a:off x="3592547" y="1831430"/>
            <a:ext cx="554832" cy="554831"/>
          </a:xfrm>
          <a:prstGeom prst="ellipse">
            <a:avLst/>
          </a:prstGeom>
          <a:noFill/>
          <a:ln cap="flat" cmpd="sng" w="190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Poppins"/>
              <a:ea typeface="Poppins"/>
              <a:cs typeface="Poppins"/>
              <a:sym typeface="Poppins"/>
            </a:endParaRPr>
          </a:p>
        </p:txBody>
      </p:sp>
      <p:sp>
        <p:nvSpPr>
          <p:cNvPr id="388" name="Google Shape;388;p31"/>
          <p:cNvSpPr/>
          <p:nvPr>
            <p:ph idx="3" type="pic"/>
          </p:nvPr>
        </p:nvSpPr>
        <p:spPr>
          <a:xfrm>
            <a:off x="3734664" y="1973546"/>
            <a:ext cx="270599" cy="270599"/>
          </a:xfrm>
          <a:prstGeom prst="rect">
            <a:avLst/>
          </a:prstGeom>
          <a:noFill/>
          <a:ln>
            <a:noFill/>
          </a:ln>
        </p:spPr>
      </p:sp>
      <p:sp>
        <p:nvSpPr>
          <p:cNvPr id="389" name="Google Shape;389;p31"/>
          <p:cNvSpPr txBox="1"/>
          <p:nvPr>
            <p:ph idx="4" type="body"/>
          </p:nvPr>
        </p:nvSpPr>
        <p:spPr>
          <a:xfrm>
            <a:off x="3592435" y="2526407"/>
            <a:ext cx="2281407"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0" name="Google Shape;390;p31"/>
          <p:cNvSpPr txBox="1"/>
          <p:nvPr>
            <p:ph idx="5" type="body"/>
          </p:nvPr>
        </p:nvSpPr>
        <p:spPr>
          <a:xfrm>
            <a:off x="3592547" y="2757239"/>
            <a:ext cx="2282754" cy="1791391"/>
          </a:xfrm>
          <a:prstGeom prst="rect">
            <a:avLst/>
          </a:prstGeom>
          <a:noFill/>
          <a:ln>
            <a:noFill/>
          </a:ln>
        </p:spPr>
        <p:txBody>
          <a:bodyPr anchorCtr="0" anchor="t" bIns="34275" lIns="68575" spcFirstLastPara="1" rIns="68575" wrap="square" tIns="34275">
            <a:noAutofit/>
          </a:bodyPr>
          <a:lstStyle>
            <a:lvl1pPr indent="-279400" lvl="0" marL="457200" algn="l">
              <a:lnSpc>
                <a:spcPct val="120000"/>
              </a:lnSpc>
              <a:spcBef>
                <a:spcPts val="600"/>
              </a:spcBef>
              <a:spcAft>
                <a:spcPts val="0"/>
              </a:spcAft>
              <a:buClr>
                <a:schemeClr val="accent1"/>
              </a:buClr>
              <a:buSzPts val="800"/>
              <a:buFont typeface="Inter"/>
              <a:buChar char="→"/>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1" name="Google Shape;391;p31"/>
          <p:cNvSpPr/>
          <p:nvPr/>
        </p:nvSpPr>
        <p:spPr>
          <a:xfrm>
            <a:off x="6215927" y="1638300"/>
            <a:ext cx="2661373" cy="2984500"/>
          </a:xfrm>
          <a:prstGeom prst="roundRect">
            <a:avLst>
              <a:gd fmla="val 3637"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392" name="Google Shape;392;p31"/>
          <p:cNvSpPr/>
          <p:nvPr/>
        </p:nvSpPr>
        <p:spPr>
          <a:xfrm>
            <a:off x="6405236" y="1831430"/>
            <a:ext cx="554832" cy="554831"/>
          </a:xfrm>
          <a:prstGeom prst="ellipse">
            <a:avLst/>
          </a:prstGeom>
          <a:noFill/>
          <a:ln cap="flat" cmpd="sng" w="190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Poppins"/>
              <a:ea typeface="Poppins"/>
              <a:cs typeface="Poppins"/>
              <a:sym typeface="Poppins"/>
            </a:endParaRPr>
          </a:p>
        </p:txBody>
      </p:sp>
      <p:sp>
        <p:nvSpPr>
          <p:cNvPr id="393" name="Google Shape;393;p31"/>
          <p:cNvSpPr/>
          <p:nvPr>
            <p:ph idx="6" type="pic"/>
          </p:nvPr>
        </p:nvSpPr>
        <p:spPr>
          <a:xfrm>
            <a:off x="6547352" y="1973546"/>
            <a:ext cx="270598" cy="270599"/>
          </a:xfrm>
          <a:prstGeom prst="rect">
            <a:avLst/>
          </a:prstGeom>
          <a:noFill/>
          <a:ln>
            <a:noFill/>
          </a:ln>
        </p:spPr>
      </p:sp>
      <p:sp>
        <p:nvSpPr>
          <p:cNvPr id="394" name="Google Shape;394;p31"/>
          <p:cNvSpPr txBox="1"/>
          <p:nvPr>
            <p:ph idx="7" type="body"/>
          </p:nvPr>
        </p:nvSpPr>
        <p:spPr>
          <a:xfrm>
            <a:off x="6405124" y="2526407"/>
            <a:ext cx="2281407"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5" name="Google Shape;395;p31"/>
          <p:cNvSpPr txBox="1"/>
          <p:nvPr>
            <p:ph idx="8" type="body"/>
          </p:nvPr>
        </p:nvSpPr>
        <p:spPr>
          <a:xfrm>
            <a:off x="6405236" y="2757239"/>
            <a:ext cx="2282754" cy="179139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chemeClr val="accent1"/>
              </a:buClr>
              <a:buSzPts val="800"/>
              <a:buFont typeface="Inter"/>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396" name="Google Shape;396;p31"/>
          <p:cNvPicPr preferRelativeResize="0"/>
          <p:nvPr/>
        </p:nvPicPr>
        <p:blipFill rotWithShape="1">
          <a:blip r:embed="rId2">
            <a:alphaModFix/>
          </a:blip>
          <a:srcRect b="0" l="0" r="0" t="0"/>
          <a:stretch/>
        </p:blipFill>
        <p:spPr>
          <a:xfrm>
            <a:off x="7720892" y="147659"/>
            <a:ext cx="1225885" cy="21903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bg>
      <p:bgPr>
        <a:solidFill>
          <a:srgbClr val="F2F2F2"/>
        </a:solidFill>
      </p:bgPr>
    </p:bg>
    <p:spTree>
      <p:nvGrpSpPr>
        <p:cNvPr id="397" name="Shape 397"/>
        <p:cNvGrpSpPr/>
        <p:nvPr/>
      </p:nvGrpSpPr>
      <p:grpSpPr>
        <a:xfrm>
          <a:off x="0" y="0"/>
          <a:ext cx="0" cy="0"/>
          <a:chOff x="0" y="0"/>
          <a:chExt cx="0" cy="0"/>
        </a:xfrm>
      </p:grpSpPr>
      <p:sp>
        <p:nvSpPr>
          <p:cNvPr id="398" name="Google Shape;398;p32"/>
          <p:cNvSpPr/>
          <p:nvPr>
            <p:ph idx="2" type="pic"/>
          </p:nvPr>
        </p:nvSpPr>
        <p:spPr>
          <a:xfrm>
            <a:off x="514350" y="1527485"/>
            <a:ext cx="1861457" cy="2164556"/>
          </a:xfrm>
          <a:prstGeom prst="roundRect">
            <a:avLst>
              <a:gd fmla="val 5198" name="adj"/>
            </a:avLst>
          </a:prstGeom>
          <a:solidFill>
            <a:srgbClr val="AEAEAE"/>
          </a:solidFill>
          <a:ln>
            <a:noFill/>
          </a:ln>
        </p:spPr>
      </p:sp>
      <p:sp>
        <p:nvSpPr>
          <p:cNvPr id="399" name="Google Shape;399;p32"/>
          <p:cNvSpPr txBox="1"/>
          <p:nvPr>
            <p:ph type="title"/>
          </p:nvPr>
        </p:nvSpPr>
        <p:spPr>
          <a:xfrm>
            <a:off x="514349" y="520700"/>
            <a:ext cx="8115299" cy="488595"/>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3000"/>
              <a:buFont typeface="Poppi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0" name="Google Shape;400;p32"/>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01" name="Google Shape;401;p32"/>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02" name="Google Shape;402;p32"/>
          <p:cNvSpPr/>
          <p:nvPr>
            <p:ph idx="1" type="body"/>
          </p:nvPr>
        </p:nvSpPr>
        <p:spPr>
          <a:xfrm>
            <a:off x="451484" y="3392458"/>
            <a:ext cx="511244" cy="217081"/>
          </a:xfrm>
          <a:prstGeom prst="roundRect">
            <a:avLst>
              <a:gd fmla="val 16667" name="adj"/>
            </a:avLst>
          </a:prstGeom>
          <a:solidFill>
            <a:schemeClr val="accent3"/>
          </a:solidFill>
          <a:ln>
            <a:noFill/>
          </a:ln>
        </p:spPr>
        <p:txBody>
          <a:bodyPr anchorCtr="0" anchor="ctr" bIns="34275" lIns="137150" spcFirstLastPara="1" rIns="137150" wrap="square" tIns="34275">
            <a:noAutofit/>
          </a:bodyPr>
          <a:lstStyle>
            <a:lvl1pPr indent="-228600" lvl="0" marL="457200" algn="l">
              <a:lnSpc>
                <a:spcPct val="100000"/>
              </a:lnSpc>
              <a:spcBef>
                <a:spcPts val="0"/>
              </a:spcBef>
              <a:spcAft>
                <a:spcPts val="0"/>
              </a:spcAft>
              <a:buClr>
                <a:schemeClr val="lt1"/>
              </a:buClr>
              <a:buSzPts val="800"/>
              <a:buNone/>
              <a:defRPr b="0" sz="8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3" name="Google Shape;403;p32"/>
          <p:cNvSpPr txBox="1"/>
          <p:nvPr>
            <p:ph idx="3" type="body"/>
          </p:nvPr>
        </p:nvSpPr>
        <p:spPr>
          <a:xfrm>
            <a:off x="514350" y="1009295"/>
            <a:ext cx="3086100"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3"/>
              </a:buClr>
              <a:buSzPts val="1100"/>
              <a:buNone/>
              <a:defRPr sz="1100">
                <a:solidFill>
                  <a:schemeClr val="accent3"/>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4" name="Google Shape;404;p32"/>
          <p:cNvSpPr txBox="1"/>
          <p:nvPr>
            <p:ph idx="4" type="body"/>
          </p:nvPr>
        </p:nvSpPr>
        <p:spPr>
          <a:xfrm>
            <a:off x="514350" y="3874113"/>
            <a:ext cx="1791628"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5" name="Google Shape;405;p32"/>
          <p:cNvSpPr txBox="1"/>
          <p:nvPr>
            <p:ph idx="5" type="body"/>
          </p:nvPr>
        </p:nvSpPr>
        <p:spPr>
          <a:xfrm>
            <a:off x="514462" y="4104945"/>
            <a:ext cx="1792686" cy="517834"/>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chemeClr val="accent1"/>
              </a:buClr>
              <a:buSzPts val="800"/>
              <a:buFont typeface="Inter"/>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6" name="Google Shape;406;p32"/>
          <p:cNvSpPr/>
          <p:nvPr>
            <p:ph idx="6" type="pic"/>
          </p:nvPr>
        </p:nvSpPr>
        <p:spPr>
          <a:xfrm>
            <a:off x="2598927" y="1527485"/>
            <a:ext cx="1861457" cy="2164556"/>
          </a:xfrm>
          <a:prstGeom prst="roundRect">
            <a:avLst>
              <a:gd fmla="val 5198" name="adj"/>
            </a:avLst>
          </a:prstGeom>
          <a:solidFill>
            <a:srgbClr val="AEAEAE"/>
          </a:solidFill>
          <a:ln>
            <a:noFill/>
          </a:ln>
        </p:spPr>
      </p:sp>
      <p:sp>
        <p:nvSpPr>
          <p:cNvPr id="407" name="Google Shape;407;p32"/>
          <p:cNvSpPr/>
          <p:nvPr>
            <p:ph idx="7" type="body"/>
          </p:nvPr>
        </p:nvSpPr>
        <p:spPr>
          <a:xfrm>
            <a:off x="2536061" y="3392458"/>
            <a:ext cx="511243" cy="217081"/>
          </a:xfrm>
          <a:prstGeom prst="roundRect">
            <a:avLst>
              <a:gd fmla="val 16667" name="adj"/>
            </a:avLst>
          </a:prstGeom>
          <a:solidFill>
            <a:schemeClr val="accent3"/>
          </a:solidFill>
          <a:ln>
            <a:noFill/>
          </a:ln>
        </p:spPr>
        <p:txBody>
          <a:bodyPr anchorCtr="0" anchor="ctr" bIns="34275" lIns="137150" spcFirstLastPara="1" rIns="137150" wrap="square" tIns="34275">
            <a:noAutofit/>
          </a:bodyPr>
          <a:lstStyle>
            <a:lvl1pPr indent="-228600" lvl="0" marL="457200" algn="l">
              <a:lnSpc>
                <a:spcPct val="100000"/>
              </a:lnSpc>
              <a:spcBef>
                <a:spcPts val="0"/>
              </a:spcBef>
              <a:spcAft>
                <a:spcPts val="0"/>
              </a:spcAft>
              <a:buClr>
                <a:schemeClr val="lt1"/>
              </a:buClr>
              <a:buSzPts val="800"/>
              <a:buNone/>
              <a:defRPr b="0" sz="8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8" name="Google Shape;408;p32"/>
          <p:cNvSpPr txBox="1"/>
          <p:nvPr>
            <p:ph idx="8" type="body"/>
          </p:nvPr>
        </p:nvSpPr>
        <p:spPr>
          <a:xfrm>
            <a:off x="2598927" y="3874113"/>
            <a:ext cx="1791628"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9" name="Google Shape;409;p32"/>
          <p:cNvSpPr txBox="1"/>
          <p:nvPr>
            <p:ph idx="9" type="body"/>
          </p:nvPr>
        </p:nvSpPr>
        <p:spPr>
          <a:xfrm>
            <a:off x="2599039" y="4104945"/>
            <a:ext cx="1792686" cy="517834"/>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chemeClr val="accent1"/>
              </a:buClr>
              <a:buSzPts val="800"/>
              <a:buFont typeface="Inter"/>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0" name="Google Shape;410;p32"/>
          <p:cNvSpPr/>
          <p:nvPr>
            <p:ph idx="13" type="pic"/>
          </p:nvPr>
        </p:nvSpPr>
        <p:spPr>
          <a:xfrm>
            <a:off x="4683504" y="1527485"/>
            <a:ext cx="1861457" cy="2164556"/>
          </a:xfrm>
          <a:prstGeom prst="roundRect">
            <a:avLst>
              <a:gd fmla="val 5198" name="adj"/>
            </a:avLst>
          </a:prstGeom>
          <a:solidFill>
            <a:srgbClr val="AEAEAE"/>
          </a:solidFill>
          <a:ln>
            <a:noFill/>
          </a:ln>
        </p:spPr>
      </p:sp>
      <p:sp>
        <p:nvSpPr>
          <p:cNvPr id="411" name="Google Shape;411;p32"/>
          <p:cNvSpPr/>
          <p:nvPr>
            <p:ph idx="14" type="body"/>
          </p:nvPr>
        </p:nvSpPr>
        <p:spPr>
          <a:xfrm>
            <a:off x="4620638" y="3392458"/>
            <a:ext cx="511243" cy="217081"/>
          </a:xfrm>
          <a:prstGeom prst="roundRect">
            <a:avLst>
              <a:gd fmla="val 16667" name="adj"/>
            </a:avLst>
          </a:prstGeom>
          <a:solidFill>
            <a:schemeClr val="accent3"/>
          </a:solidFill>
          <a:ln>
            <a:noFill/>
          </a:ln>
        </p:spPr>
        <p:txBody>
          <a:bodyPr anchorCtr="0" anchor="ctr" bIns="34275" lIns="137150" spcFirstLastPara="1" rIns="137150" wrap="square" tIns="34275">
            <a:noAutofit/>
          </a:bodyPr>
          <a:lstStyle>
            <a:lvl1pPr indent="-228600" lvl="0" marL="457200" algn="l">
              <a:lnSpc>
                <a:spcPct val="100000"/>
              </a:lnSpc>
              <a:spcBef>
                <a:spcPts val="0"/>
              </a:spcBef>
              <a:spcAft>
                <a:spcPts val="0"/>
              </a:spcAft>
              <a:buClr>
                <a:schemeClr val="lt1"/>
              </a:buClr>
              <a:buSzPts val="800"/>
              <a:buNone/>
              <a:defRPr b="0" sz="8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2" name="Google Shape;412;p32"/>
          <p:cNvSpPr txBox="1"/>
          <p:nvPr>
            <p:ph idx="15" type="body"/>
          </p:nvPr>
        </p:nvSpPr>
        <p:spPr>
          <a:xfrm>
            <a:off x="4683504" y="3874113"/>
            <a:ext cx="1791628"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3" name="Google Shape;413;p32"/>
          <p:cNvSpPr txBox="1"/>
          <p:nvPr>
            <p:ph idx="16" type="body"/>
          </p:nvPr>
        </p:nvSpPr>
        <p:spPr>
          <a:xfrm>
            <a:off x="4683616" y="4104945"/>
            <a:ext cx="1792686" cy="517834"/>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chemeClr val="accent1"/>
              </a:buClr>
              <a:buSzPts val="800"/>
              <a:buFont typeface="Inter"/>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4" name="Google Shape;414;p32"/>
          <p:cNvSpPr/>
          <p:nvPr>
            <p:ph idx="17" type="pic"/>
          </p:nvPr>
        </p:nvSpPr>
        <p:spPr>
          <a:xfrm>
            <a:off x="6768081" y="1527485"/>
            <a:ext cx="1861457" cy="2164556"/>
          </a:xfrm>
          <a:prstGeom prst="roundRect">
            <a:avLst>
              <a:gd fmla="val 5198" name="adj"/>
            </a:avLst>
          </a:prstGeom>
          <a:solidFill>
            <a:srgbClr val="AEAEAE"/>
          </a:solidFill>
          <a:ln>
            <a:noFill/>
          </a:ln>
        </p:spPr>
      </p:sp>
      <p:sp>
        <p:nvSpPr>
          <p:cNvPr id="415" name="Google Shape;415;p32"/>
          <p:cNvSpPr/>
          <p:nvPr>
            <p:ph idx="18" type="body"/>
          </p:nvPr>
        </p:nvSpPr>
        <p:spPr>
          <a:xfrm>
            <a:off x="6705215" y="3392458"/>
            <a:ext cx="511243" cy="217081"/>
          </a:xfrm>
          <a:prstGeom prst="roundRect">
            <a:avLst>
              <a:gd fmla="val 16667" name="adj"/>
            </a:avLst>
          </a:prstGeom>
          <a:solidFill>
            <a:schemeClr val="accent3"/>
          </a:solidFill>
          <a:ln>
            <a:noFill/>
          </a:ln>
        </p:spPr>
        <p:txBody>
          <a:bodyPr anchorCtr="0" anchor="ctr" bIns="34275" lIns="137150" spcFirstLastPara="1" rIns="137150" wrap="square" tIns="34275">
            <a:noAutofit/>
          </a:bodyPr>
          <a:lstStyle>
            <a:lvl1pPr indent="-228600" lvl="0" marL="457200" algn="l">
              <a:lnSpc>
                <a:spcPct val="100000"/>
              </a:lnSpc>
              <a:spcBef>
                <a:spcPts val="0"/>
              </a:spcBef>
              <a:spcAft>
                <a:spcPts val="0"/>
              </a:spcAft>
              <a:buClr>
                <a:schemeClr val="lt1"/>
              </a:buClr>
              <a:buSzPts val="800"/>
              <a:buNone/>
              <a:defRPr b="0" sz="800">
                <a:solidFill>
                  <a:schemeClr val="lt1"/>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6" name="Google Shape;416;p32"/>
          <p:cNvSpPr txBox="1"/>
          <p:nvPr>
            <p:ph idx="19" type="body"/>
          </p:nvPr>
        </p:nvSpPr>
        <p:spPr>
          <a:xfrm>
            <a:off x="6768081" y="3874113"/>
            <a:ext cx="1791628" cy="230833"/>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62626"/>
              </a:buClr>
              <a:buSzPts val="1100"/>
              <a:buNone/>
              <a:defRPr b="1" sz="1100">
                <a:solidFill>
                  <a:srgbClr val="262626"/>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7" name="Google Shape;417;p32"/>
          <p:cNvSpPr txBox="1"/>
          <p:nvPr>
            <p:ph idx="20" type="body"/>
          </p:nvPr>
        </p:nvSpPr>
        <p:spPr>
          <a:xfrm>
            <a:off x="6768193" y="4104945"/>
            <a:ext cx="1792686" cy="517834"/>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chemeClr val="accent1"/>
              </a:buClr>
              <a:buSzPts val="800"/>
              <a:buFont typeface="Inter"/>
              <a:buNone/>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cSld name="Image">
    <p:bg>
      <p:bgPr>
        <a:solidFill>
          <a:schemeClr val="dk2"/>
        </a:solidFill>
      </p:bgPr>
    </p:bg>
    <p:spTree>
      <p:nvGrpSpPr>
        <p:cNvPr id="418" name="Shape 418"/>
        <p:cNvGrpSpPr/>
        <p:nvPr/>
      </p:nvGrpSpPr>
      <p:grpSpPr>
        <a:xfrm>
          <a:off x="0" y="0"/>
          <a:ext cx="0" cy="0"/>
          <a:chOff x="0" y="0"/>
          <a:chExt cx="0" cy="0"/>
        </a:xfrm>
      </p:grpSpPr>
      <p:sp>
        <p:nvSpPr>
          <p:cNvPr id="419" name="Google Shape;419;p33"/>
          <p:cNvSpPr txBox="1"/>
          <p:nvPr>
            <p:ph type="title"/>
          </p:nvPr>
        </p:nvSpPr>
        <p:spPr>
          <a:xfrm>
            <a:off x="514350" y="520700"/>
            <a:ext cx="2881993" cy="904094"/>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lt1"/>
              </a:buClr>
              <a:buSzPts val="3000"/>
              <a:buFont typeface="Poppins"/>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0" name="Google Shape;420;p33"/>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1" name="Google Shape;421;p33"/>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22" name="Google Shape;422;p33"/>
          <p:cNvSpPr/>
          <p:nvPr>
            <p:ph idx="2" type="pic"/>
          </p:nvPr>
        </p:nvSpPr>
        <p:spPr>
          <a:xfrm>
            <a:off x="3581400" y="514351"/>
            <a:ext cx="5562599" cy="4629149"/>
          </a:xfrm>
          <a:prstGeom prst="rect">
            <a:avLst/>
          </a:prstGeom>
          <a:solidFill>
            <a:srgbClr val="AEAEAE"/>
          </a:solidFill>
          <a:ln>
            <a:noFill/>
          </a:ln>
        </p:spPr>
      </p:sp>
      <p:pic>
        <p:nvPicPr>
          <p:cNvPr id="423" name="Google Shape;423;p33"/>
          <p:cNvPicPr preferRelativeResize="0"/>
          <p:nvPr/>
        </p:nvPicPr>
        <p:blipFill rotWithShape="1">
          <a:blip r:embed="rId2">
            <a:alphaModFix/>
          </a:blip>
          <a:srcRect b="0" l="0" r="0" t="0"/>
          <a:stretch/>
        </p:blipFill>
        <p:spPr>
          <a:xfrm>
            <a:off x="7720892" y="147659"/>
            <a:ext cx="1225885" cy="219034"/>
          </a:xfrm>
          <a:prstGeom prst="rect">
            <a:avLst/>
          </a:prstGeom>
          <a:noFill/>
          <a:ln>
            <a:noFill/>
          </a:ln>
        </p:spPr>
      </p:pic>
      <p:sp>
        <p:nvSpPr>
          <p:cNvPr id="424" name="Google Shape;424;p33"/>
          <p:cNvSpPr txBox="1"/>
          <p:nvPr>
            <p:ph idx="1" type="body"/>
          </p:nvPr>
        </p:nvSpPr>
        <p:spPr>
          <a:xfrm>
            <a:off x="514350" y="3181350"/>
            <a:ext cx="2881993" cy="1441449"/>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600"/>
              </a:spcBef>
              <a:spcAft>
                <a:spcPts val="0"/>
              </a:spcAft>
              <a:buClr>
                <a:srgbClr val="D8D8D8"/>
              </a:buClr>
              <a:buSzPts val="800"/>
              <a:buNone/>
              <a:defRPr>
                <a:solidFill>
                  <a:srgbClr val="D8D8D8"/>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solidFill>
          <a:schemeClr val="dk2"/>
        </a:solidFill>
      </p:bgPr>
    </p:bg>
    <p:spTree>
      <p:nvGrpSpPr>
        <p:cNvPr id="425" name="Shape 425"/>
        <p:cNvGrpSpPr/>
        <p:nvPr/>
      </p:nvGrpSpPr>
      <p:grpSpPr>
        <a:xfrm>
          <a:off x="0" y="0"/>
          <a:ext cx="0" cy="0"/>
          <a:chOff x="0" y="0"/>
          <a:chExt cx="0" cy="0"/>
        </a:xfrm>
      </p:grpSpPr>
      <p:sp>
        <p:nvSpPr>
          <p:cNvPr id="426" name="Google Shape;426;p34"/>
          <p:cNvSpPr txBox="1"/>
          <p:nvPr>
            <p:ph type="title"/>
          </p:nvPr>
        </p:nvSpPr>
        <p:spPr>
          <a:xfrm>
            <a:off x="862313" y="3259551"/>
            <a:ext cx="4725052" cy="824072"/>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lt1"/>
              </a:buClr>
              <a:buSzPts val="5400"/>
              <a:buFont typeface="Poppins"/>
              <a:buNone/>
              <a:defRPr sz="54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427" name="Google Shape;427;p34"/>
          <p:cNvPicPr preferRelativeResize="0"/>
          <p:nvPr/>
        </p:nvPicPr>
        <p:blipFill rotWithShape="1">
          <a:blip r:embed="rId2">
            <a:alphaModFix/>
          </a:blip>
          <a:srcRect b="0" l="0" r="0" t="0"/>
          <a:stretch/>
        </p:blipFill>
        <p:spPr>
          <a:xfrm>
            <a:off x="974495" y="1059878"/>
            <a:ext cx="2425036" cy="433291"/>
          </a:xfrm>
          <a:prstGeom prst="rect">
            <a:avLst/>
          </a:prstGeom>
          <a:noFill/>
          <a:ln>
            <a:noFill/>
          </a:ln>
        </p:spPr>
      </p:pic>
      <p:sp>
        <p:nvSpPr>
          <p:cNvPr id="428" name="Google Shape;428;p34"/>
          <p:cNvSpPr/>
          <p:nvPr/>
        </p:nvSpPr>
        <p:spPr>
          <a:xfrm>
            <a:off x="7524750" y="0"/>
            <a:ext cx="1619250" cy="51435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a:ea typeface="Poppins"/>
              <a:cs typeface="Poppins"/>
              <a:sym typeface="Poppins"/>
            </a:endParaRPr>
          </a:p>
        </p:txBody>
      </p:sp>
      <p:sp>
        <p:nvSpPr>
          <p:cNvPr id="429" name="Google Shape;429;p34"/>
          <p:cNvSpPr/>
          <p:nvPr>
            <p:ph idx="2" type="pic"/>
          </p:nvPr>
        </p:nvSpPr>
        <p:spPr>
          <a:xfrm>
            <a:off x="6644640" y="2915348"/>
            <a:ext cx="205740" cy="205740"/>
          </a:xfrm>
          <a:prstGeom prst="rect">
            <a:avLst/>
          </a:prstGeom>
          <a:noFill/>
          <a:ln>
            <a:noFill/>
          </a:ln>
        </p:spPr>
      </p:sp>
      <p:sp>
        <p:nvSpPr>
          <p:cNvPr id="430" name="Google Shape;430;p34"/>
          <p:cNvSpPr txBox="1"/>
          <p:nvPr>
            <p:ph idx="1" type="body"/>
          </p:nvPr>
        </p:nvSpPr>
        <p:spPr>
          <a:xfrm>
            <a:off x="6898005" y="2915348"/>
            <a:ext cx="1731645" cy="184666"/>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D8D8D8"/>
              </a:buClr>
              <a:buSzPts val="800"/>
              <a:buNone/>
              <a:defRPr sz="800">
                <a:solidFill>
                  <a:srgbClr val="D8D8D8"/>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1" name="Google Shape;431;p34"/>
          <p:cNvSpPr/>
          <p:nvPr>
            <p:ph idx="3" type="pic"/>
          </p:nvPr>
        </p:nvSpPr>
        <p:spPr>
          <a:xfrm>
            <a:off x="6644640" y="3318220"/>
            <a:ext cx="205740" cy="205740"/>
          </a:xfrm>
          <a:prstGeom prst="rect">
            <a:avLst/>
          </a:prstGeom>
          <a:noFill/>
          <a:ln>
            <a:noFill/>
          </a:ln>
        </p:spPr>
      </p:sp>
      <p:sp>
        <p:nvSpPr>
          <p:cNvPr id="432" name="Google Shape;432;p34"/>
          <p:cNvSpPr txBox="1"/>
          <p:nvPr>
            <p:ph idx="4" type="body"/>
          </p:nvPr>
        </p:nvSpPr>
        <p:spPr>
          <a:xfrm>
            <a:off x="6898005" y="3318220"/>
            <a:ext cx="1731645" cy="184666"/>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D8D8D8"/>
              </a:buClr>
              <a:buSzPts val="800"/>
              <a:buNone/>
              <a:defRPr sz="800">
                <a:solidFill>
                  <a:srgbClr val="D8D8D8"/>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3" name="Google Shape;433;p34"/>
          <p:cNvSpPr/>
          <p:nvPr>
            <p:ph idx="5" type="pic"/>
          </p:nvPr>
        </p:nvSpPr>
        <p:spPr>
          <a:xfrm>
            <a:off x="6644640" y="3721091"/>
            <a:ext cx="205740" cy="205740"/>
          </a:xfrm>
          <a:prstGeom prst="rect">
            <a:avLst/>
          </a:prstGeom>
          <a:noFill/>
          <a:ln>
            <a:noFill/>
          </a:ln>
        </p:spPr>
      </p:sp>
      <p:sp>
        <p:nvSpPr>
          <p:cNvPr id="434" name="Google Shape;434;p34"/>
          <p:cNvSpPr txBox="1"/>
          <p:nvPr>
            <p:ph idx="6" type="body"/>
          </p:nvPr>
        </p:nvSpPr>
        <p:spPr>
          <a:xfrm>
            <a:off x="6898005" y="3721091"/>
            <a:ext cx="1731645" cy="184666"/>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D8D8D8"/>
              </a:buClr>
              <a:buSzPts val="800"/>
              <a:buNone/>
              <a:defRPr sz="800">
                <a:solidFill>
                  <a:srgbClr val="D8D8D8"/>
                </a:solidFill>
              </a:defRPr>
            </a:lvl1pPr>
            <a:lvl2pPr indent="-228600" lvl="1" marL="914400" algn="l">
              <a:lnSpc>
                <a:spcPct val="90000"/>
              </a:lnSpc>
              <a:spcBef>
                <a:spcPts val="400"/>
              </a:spcBef>
              <a:spcAft>
                <a:spcPts val="0"/>
              </a:spcAft>
              <a:buClr>
                <a:srgbClr val="595959"/>
              </a:buClr>
              <a:buSzPts val="1400"/>
              <a:buNone/>
              <a:defRPr/>
            </a:lvl2pPr>
            <a:lvl3pPr indent="-228600" lvl="2" marL="1371600" algn="l">
              <a:lnSpc>
                <a:spcPct val="90000"/>
              </a:lnSpc>
              <a:spcBef>
                <a:spcPts val="400"/>
              </a:spcBef>
              <a:spcAft>
                <a:spcPts val="0"/>
              </a:spcAft>
              <a:buClr>
                <a:srgbClr val="595959"/>
              </a:buClr>
              <a:buSzPts val="1400"/>
              <a:buNone/>
              <a:defRPr/>
            </a:lvl3pPr>
            <a:lvl4pPr indent="-228600" lvl="3" marL="1828800" algn="l">
              <a:lnSpc>
                <a:spcPct val="90000"/>
              </a:lnSpc>
              <a:spcBef>
                <a:spcPts val="400"/>
              </a:spcBef>
              <a:spcAft>
                <a:spcPts val="0"/>
              </a:spcAft>
              <a:buClr>
                <a:srgbClr val="595959"/>
              </a:buClr>
              <a:buSzPts val="1400"/>
              <a:buNone/>
              <a:defRPr/>
            </a:lvl4pPr>
            <a:lvl5pPr indent="-228600" lvl="4" marL="2286000" algn="l">
              <a:lnSpc>
                <a:spcPct val="90000"/>
              </a:lnSpc>
              <a:spcBef>
                <a:spcPts val="400"/>
              </a:spcBef>
              <a:spcAft>
                <a:spcPts val="0"/>
              </a:spcAft>
              <a:buClr>
                <a:srgbClr val="595959"/>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5" name="Shape 435"/>
        <p:cNvGrpSpPr/>
        <p:nvPr/>
      </p:nvGrpSpPr>
      <p:grpSpPr>
        <a:xfrm>
          <a:off x="0" y="0"/>
          <a:ext cx="0" cy="0"/>
          <a:chOff x="0" y="0"/>
          <a:chExt cx="0" cy="0"/>
        </a:xfrm>
      </p:grpSpPr>
      <p:sp>
        <p:nvSpPr>
          <p:cNvPr id="436" name="Google Shape;436;p35"/>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7" name="Google Shape;437;p35"/>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Relationships xmlns="http://schemas.openxmlformats.org/package/2006/relationships"><Relationship Id="rId20" Type="http://schemas.openxmlformats.org/officeDocument/2006/relationships/slideLayout" Target="../slideLayouts/slideLayout30.xml"/><Relationship Id="rId11" Type="http://schemas.openxmlformats.org/officeDocument/2006/relationships/slideLayout" Target="../slideLayouts/slideLayout21.xml"/><Relationship Id="rId22" Type="http://schemas.openxmlformats.org/officeDocument/2006/relationships/slideLayout" Target="../slideLayouts/slideLayout32.xml"/><Relationship Id="rId10" Type="http://schemas.openxmlformats.org/officeDocument/2006/relationships/slideLayout" Target="../slideLayouts/slideLayout20.xml"/><Relationship Id="rId21" Type="http://schemas.openxmlformats.org/officeDocument/2006/relationships/slideLayout" Target="../slideLayouts/slideLayout31.xml"/><Relationship Id="rId13" Type="http://schemas.openxmlformats.org/officeDocument/2006/relationships/slideLayout" Target="../slideLayouts/slideLayout23.xml"/><Relationship Id="rId24" Type="http://schemas.openxmlformats.org/officeDocument/2006/relationships/theme" Target="../theme/theme1.xml"/><Relationship Id="rId12" Type="http://schemas.openxmlformats.org/officeDocument/2006/relationships/slideLayout" Target="../slideLayouts/slideLayout22.xml"/><Relationship Id="rId23" Type="http://schemas.openxmlformats.org/officeDocument/2006/relationships/slideLayout" Target="../slideLayouts/slideLayout33.xml"/><Relationship Id="rId1" Type="http://schemas.openxmlformats.org/officeDocument/2006/relationships/image" Target="../media/image3.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5" Type="http://schemas.openxmlformats.org/officeDocument/2006/relationships/slideLayout" Target="../slideLayouts/slideLayout15.xml"/><Relationship Id="rId19" Type="http://schemas.openxmlformats.org/officeDocument/2006/relationships/slideLayout" Target="../slideLayouts/slideLayout29.xml"/><Relationship Id="rId6" Type="http://schemas.openxmlformats.org/officeDocument/2006/relationships/slideLayout" Target="../slideLayouts/slideLayout16.xml"/><Relationship Id="rId18" Type="http://schemas.openxmlformats.org/officeDocument/2006/relationships/slideLayout" Target="../slideLayouts/slideLayout28.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514349" y="520700"/>
            <a:ext cx="8115299" cy="488595"/>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514350" y="1360714"/>
            <a:ext cx="8115300" cy="3272008"/>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20000"/>
              </a:lnSpc>
              <a:spcBef>
                <a:spcPts val="600"/>
              </a:spcBef>
              <a:spcAft>
                <a:spcPts val="0"/>
              </a:spcAft>
              <a:buClr>
                <a:srgbClr val="595959"/>
              </a:buClr>
              <a:buSzPts val="800"/>
              <a:buFont typeface="Arial"/>
              <a:buNone/>
              <a:defRPr b="0" i="0" sz="800" u="none" cap="none" strike="noStrike">
                <a:solidFill>
                  <a:srgbClr val="595959"/>
                </a:solidFill>
                <a:latin typeface="Poppins"/>
                <a:ea typeface="Poppins"/>
                <a:cs typeface="Poppins"/>
                <a:sym typeface="Poppins"/>
              </a:defRPr>
            </a:lvl1pPr>
            <a:lvl2pPr indent="-228600" lvl="1" marL="914400" marR="0" rtl="0" algn="l">
              <a:lnSpc>
                <a:spcPct val="90000"/>
              </a:lnSpc>
              <a:spcBef>
                <a:spcPts val="400"/>
              </a:spcBef>
              <a:spcAft>
                <a:spcPts val="0"/>
              </a:spcAft>
              <a:buClr>
                <a:srgbClr val="595959"/>
              </a:buClr>
              <a:buSzPts val="800"/>
              <a:buFont typeface="Arial"/>
              <a:buNone/>
              <a:defRPr b="0" i="0" sz="800" u="none" cap="none" strike="noStrike">
                <a:solidFill>
                  <a:srgbClr val="595959"/>
                </a:solidFill>
                <a:latin typeface="Poppins"/>
                <a:ea typeface="Poppins"/>
                <a:cs typeface="Poppins"/>
                <a:sym typeface="Poppins"/>
              </a:defRPr>
            </a:lvl2pPr>
            <a:lvl3pPr indent="-228600" lvl="2" marL="1371600" marR="0" rtl="0" algn="l">
              <a:lnSpc>
                <a:spcPct val="90000"/>
              </a:lnSpc>
              <a:spcBef>
                <a:spcPts val="400"/>
              </a:spcBef>
              <a:spcAft>
                <a:spcPts val="0"/>
              </a:spcAft>
              <a:buClr>
                <a:srgbClr val="595959"/>
              </a:buClr>
              <a:buSzPts val="800"/>
              <a:buFont typeface="Arial"/>
              <a:buNone/>
              <a:defRPr b="0" i="0" sz="800" u="none" cap="none" strike="noStrike">
                <a:solidFill>
                  <a:srgbClr val="595959"/>
                </a:solidFill>
                <a:latin typeface="Poppins"/>
                <a:ea typeface="Poppins"/>
                <a:cs typeface="Poppins"/>
                <a:sym typeface="Poppins"/>
              </a:defRPr>
            </a:lvl3pPr>
            <a:lvl4pPr indent="-228600" lvl="3" marL="1828800" marR="0" rtl="0" algn="l">
              <a:lnSpc>
                <a:spcPct val="90000"/>
              </a:lnSpc>
              <a:spcBef>
                <a:spcPts val="400"/>
              </a:spcBef>
              <a:spcAft>
                <a:spcPts val="0"/>
              </a:spcAft>
              <a:buClr>
                <a:srgbClr val="595959"/>
              </a:buClr>
              <a:buSzPts val="700"/>
              <a:buFont typeface="Arial"/>
              <a:buNone/>
              <a:defRPr b="0" i="0" sz="700" u="none" cap="none" strike="noStrike">
                <a:solidFill>
                  <a:srgbClr val="595959"/>
                </a:solidFill>
                <a:latin typeface="Poppins"/>
                <a:ea typeface="Poppins"/>
                <a:cs typeface="Poppins"/>
                <a:sym typeface="Poppins"/>
              </a:defRPr>
            </a:lvl4pPr>
            <a:lvl5pPr indent="-228600" lvl="4" marL="2286000" marR="0" rtl="0" algn="l">
              <a:lnSpc>
                <a:spcPct val="90000"/>
              </a:lnSpc>
              <a:spcBef>
                <a:spcPts val="400"/>
              </a:spcBef>
              <a:spcAft>
                <a:spcPts val="0"/>
              </a:spcAft>
              <a:buClr>
                <a:srgbClr val="595959"/>
              </a:buClr>
              <a:buSzPts val="700"/>
              <a:buFont typeface="Arial"/>
              <a:buNone/>
              <a:defRPr b="0" i="0" sz="700" u="none" cap="none" strike="noStrike">
                <a:solidFill>
                  <a:srgbClr val="595959"/>
                </a:solidFill>
                <a:latin typeface="Poppins"/>
                <a:ea typeface="Poppins"/>
                <a:cs typeface="Poppins"/>
                <a:sym typeface="Poppi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oppins"/>
                <a:ea typeface="Poppins"/>
                <a:cs typeface="Poppins"/>
                <a:sym typeface="Poppi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oppins"/>
                <a:ea typeface="Poppins"/>
                <a:cs typeface="Poppins"/>
                <a:sym typeface="Poppi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oppins"/>
                <a:ea typeface="Poppins"/>
                <a:cs typeface="Poppins"/>
                <a:sym typeface="Poppi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oppins"/>
                <a:ea typeface="Poppins"/>
                <a:cs typeface="Poppins"/>
                <a:sym typeface="Poppins"/>
              </a:defRPr>
            </a:lvl9pPr>
          </a:lstStyle>
          <a:p/>
        </p:txBody>
      </p:sp>
      <p:sp>
        <p:nvSpPr>
          <p:cNvPr id="53" name="Google Shape;53;p13"/>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700" u="none" cap="none" strike="noStrike">
                <a:solidFill>
                  <a:srgbClr val="A5A5A5"/>
                </a:solidFill>
                <a:latin typeface="Poppins"/>
                <a:ea typeface="Poppins"/>
                <a:cs typeface="Poppins"/>
                <a:sym typeface="Poppins"/>
              </a:defRPr>
            </a:lvl1pPr>
            <a:lvl2pPr lvl="1" marR="0" rtl="0" algn="l">
              <a:spcBef>
                <a:spcPts val="0"/>
              </a:spcBef>
              <a:spcAft>
                <a:spcPts val="0"/>
              </a:spcAft>
              <a:buSzPts val="1100"/>
              <a:buNone/>
              <a:defRPr b="0" i="0" sz="1400" u="none" cap="none" strike="noStrike">
                <a:solidFill>
                  <a:schemeClr val="dk1"/>
                </a:solidFill>
                <a:latin typeface="Poppins"/>
                <a:ea typeface="Poppins"/>
                <a:cs typeface="Poppins"/>
                <a:sym typeface="Poppins"/>
              </a:defRPr>
            </a:lvl2pPr>
            <a:lvl3pPr lvl="2" marR="0" rtl="0" algn="l">
              <a:spcBef>
                <a:spcPts val="0"/>
              </a:spcBef>
              <a:spcAft>
                <a:spcPts val="0"/>
              </a:spcAft>
              <a:buSzPts val="1100"/>
              <a:buNone/>
              <a:defRPr b="0" i="0" sz="1400" u="none" cap="none" strike="noStrike">
                <a:solidFill>
                  <a:schemeClr val="dk1"/>
                </a:solidFill>
                <a:latin typeface="Poppins"/>
                <a:ea typeface="Poppins"/>
                <a:cs typeface="Poppins"/>
                <a:sym typeface="Poppins"/>
              </a:defRPr>
            </a:lvl3pPr>
            <a:lvl4pPr lvl="3" marR="0" rtl="0" algn="l">
              <a:spcBef>
                <a:spcPts val="0"/>
              </a:spcBef>
              <a:spcAft>
                <a:spcPts val="0"/>
              </a:spcAft>
              <a:buSzPts val="1100"/>
              <a:buNone/>
              <a:defRPr b="0" i="0" sz="1400" u="none" cap="none" strike="noStrike">
                <a:solidFill>
                  <a:schemeClr val="dk1"/>
                </a:solidFill>
                <a:latin typeface="Poppins"/>
                <a:ea typeface="Poppins"/>
                <a:cs typeface="Poppins"/>
                <a:sym typeface="Poppins"/>
              </a:defRPr>
            </a:lvl4pPr>
            <a:lvl5pPr lvl="4" marR="0" rtl="0" algn="l">
              <a:spcBef>
                <a:spcPts val="0"/>
              </a:spcBef>
              <a:spcAft>
                <a:spcPts val="0"/>
              </a:spcAft>
              <a:buSzPts val="1100"/>
              <a:buNone/>
              <a:defRPr b="0" i="0" sz="1400" u="none" cap="none" strike="noStrike">
                <a:solidFill>
                  <a:schemeClr val="dk1"/>
                </a:solidFill>
                <a:latin typeface="Poppins"/>
                <a:ea typeface="Poppins"/>
                <a:cs typeface="Poppins"/>
                <a:sym typeface="Poppins"/>
              </a:defRPr>
            </a:lvl5pPr>
            <a:lvl6pPr lvl="5" marR="0" rtl="0" algn="l">
              <a:spcBef>
                <a:spcPts val="0"/>
              </a:spcBef>
              <a:spcAft>
                <a:spcPts val="0"/>
              </a:spcAft>
              <a:buSzPts val="1100"/>
              <a:buNone/>
              <a:defRPr b="0" i="0" sz="1400" u="none" cap="none" strike="noStrike">
                <a:solidFill>
                  <a:schemeClr val="dk1"/>
                </a:solidFill>
                <a:latin typeface="Poppins"/>
                <a:ea typeface="Poppins"/>
                <a:cs typeface="Poppins"/>
                <a:sym typeface="Poppins"/>
              </a:defRPr>
            </a:lvl6pPr>
            <a:lvl7pPr lvl="6" marR="0" rtl="0" algn="l">
              <a:spcBef>
                <a:spcPts val="0"/>
              </a:spcBef>
              <a:spcAft>
                <a:spcPts val="0"/>
              </a:spcAft>
              <a:buSzPts val="1100"/>
              <a:buNone/>
              <a:defRPr b="0" i="0" sz="1400" u="none" cap="none" strike="noStrike">
                <a:solidFill>
                  <a:schemeClr val="dk1"/>
                </a:solidFill>
                <a:latin typeface="Poppins"/>
                <a:ea typeface="Poppins"/>
                <a:cs typeface="Poppins"/>
                <a:sym typeface="Poppins"/>
              </a:defRPr>
            </a:lvl7pPr>
            <a:lvl8pPr lvl="7" marR="0" rtl="0" algn="l">
              <a:spcBef>
                <a:spcPts val="0"/>
              </a:spcBef>
              <a:spcAft>
                <a:spcPts val="0"/>
              </a:spcAft>
              <a:buSzPts val="1100"/>
              <a:buNone/>
              <a:defRPr b="0" i="0" sz="1400" u="none" cap="none" strike="noStrike">
                <a:solidFill>
                  <a:schemeClr val="dk1"/>
                </a:solidFill>
                <a:latin typeface="Poppins"/>
                <a:ea typeface="Poppins"/>
                <a:cs typeface="Poppins"/>
                <a:sym typeface="Poppins"/>
              </a:defRPr>
            </a:lvl8pPr>
            <a:lvl9pPr lvl="8" marR="0" rtl="0" algn="l">
              <a:spcBef>
                <a:spcPts val="0"/>
              </a:spcBef>
              <a:spcAft>
                <a:spcPts val="0"/>
              </a:spcAft>
              <a:buSzPts val="1100"/>
              <a:buNone/>
              <a:defRPr b="0" i="0" sz="1400" u="none" cap="none" strike="noStrike">
                <a:solidFill>
                  <a:schemeClr val="dk1"/>
                </a:solidFill>
                <a:latin typeface="Poppins"/>
                <a:ea typeface="Poppins"/>
                <a:cs typeface="Poppins"/>
                <a:sym typeface="Poppins"/>
              </a:defRPr>
            </a:lvl9pPr>
          </a:lstStyle>
          <a:p/>
        </p:txBody>
      </p:sp>
      <p:sp>
        <p:nvSpPr>
          <p:cNvPr id="54" name="Google Shape;54;p13"/>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700" u="none" cap="none" strike="noStrike">
                <a:solidFill>
                  <a:srgbClr val="A5A5A5"/>
                </a:solidFill>
                <a:latin typeface="Poppins"/>
                <a:ea typeface="Poppins"/>
                <a:cs typeface="Poppins"/>
                <a:sym typeface="Poppins"/>
              </a:defRPr>
            </a:lvl1pPr>
            <a:lvl2pPr indent="0" lvl="1" marL="0" marR="0" rtl="0" algn="r">
              <a:spcBef>
                <a:spcPts val="0"/>
              </a:spcBef>
              <a:buNone/>
              <a:defRPr b="0" i="0" sz="700" u="none" cap="none" strike="noStrike">
                <a:solidFill>
                  <a:srgbClr val="A5A5A5"/>
                </a:solidFill>
                <a:latin typeface="Poppins"/>
                <a:ea typeface="Poppins"/>
                <a:cs typeface="Poppins"/>
                <a:sym typeface="Poppins"/>
              </a:defRPr>
            </a:lvl2pPr>
            <a:lvl3pPr indent="0" lvl="2" marL="0" marR="0" rtl="0" algn="r">
              <a:spcBef>
                <a:spcPts val="0"/>
              </a:spcBef>
              <a:buNone/>
              <a:defRPr b="0" i="0" sz="700" u="none" cap="none" strike="noStrike">
                <a:solidFill>
                  <a:srgbClr val="A5A5A5"/>
                </a:solidFill>
                <a:latin typeface="Poppins"/>
                <a:ea typeface="Poppins"/>
                <a:cs typeface="Poppins"/>
                <a:sym typeface="Poppins"/>
              </a:defRPr>
            </a:lvl3pPr>
            <a:lvl4pPr indent="0" lvl="3" marL="0" marR="0" rtl="0" algn="r">
              <a:spcBef>
                <a:spcPts val="0"/>
              </a:spcBef>
              <a:buNone/>
              <a:defRPr b="0" i="0" sz="700" u="none" cap="none" strike="noStrike">
                <a:solidFill>
                  <a:srgbClr val="A5A5A5"/>
                </a:solidFill>
                <a:latin typeface="Poppins"/>
                <a:ea typeface="Poppins"/>
                <a:cs typeface="Poppins"/>
                <a:sym typeface="Poppins"/>
              </a:defRPr>
            </a:lvl4pPr>
            <a:lvl5pPr indent="0" lvl="4" marL="0" marR="0" rtl="0" algn="r">
              <a:spcBef>
                <a:spcPts val="0"/>
              </a:spcBef>
              <a:buNone/>
              <a:defRPr b="0" i="0" sz="700" u="none" cap="none" strike="noStrike">
                <a:solidFill>
                  <a:srgbClr val="A5A5A5"/>
                </a:solidFill>
                <a:latin typeface="Poppins"/>
                <a:ea typeface="Poppins"/>
                <a:cs typeface="Poppins"/>
                <a:sym typeface="Poppins"/>
              </a:defRPr>
            </a:lvl5pPr>
            <a:lvl6pPr indent="0" lvl="5" marL="0" marR="0" rtl="0" algn="r">
              <a:spcBef>
                <a:spcPts val="0"/>
              </a:spcBef>
              <a:buNone/>
              <a:defRPr b="0" i="0" sz="700" u="none" cap="none" strike="noStrike">
                <a:solidFill>
                  <a:srgbClr val="A5A5A5"/>
                </a:solidFill>
                <a:latin typeface="Poppins"/>
                <a:ea typeface="Poppins"/>
                <a:cs typeface="Poppins"/>
                <a:sym typeface="Poppins"/>
              </a:defRPr>
            </a:lvl6pPr>
            <a:lvl7pPr indent="0" lvl="6" marL="0" marR="0" rtl="0" algn="r">
              <a:spcBef>
                <a:spcPts val="0"/>
              </a:spcBef>
              <a:buNone/>
              <a:defRPr b="0" i="0" sz="700" u="none" cap="none" strike="noStrike">
                <a:solidFill>
                  <a:srgbClr val="A5A5A5"/>
                </a:solidFill>
                <a:latin typeface="Poppins"/>
                <a:ea typeface="Poppins"/>
                <a:cs typeface="Poppins"/>
                <a:sym typeface="Poppins"/>
              </a:defRPr>
            </a:lvl7pPr>
            <a:lvl8pPr indent="0" lvl="7" marL="0" marR="0" rtl="0" algn="r">
              <a:spcBef>
                <a:spcPts val="0"/>
              </a:spcBef>
              <a:buNone/>
              <a:defRPr b="0" i="0" sz="700" u="none" cap="none" strike="noStrike">
                <a:solidFill>
                  <a:srgbClr val="A5A5A5"/>
                </a:solidFill>
                <a:latin typeface="Poppins"/>
                <a:ea typeface="Poppins"/>
                <a:cs typeface="Poppins"/>
                <a:sym typeface="Poppins"/>
              </a:defRPr>
            </a:lvl8pPr>
            <a:lvl9pPr indent="0" lvl="8" marL="0" marR="0" rtl="0" algn="r">
              <a:spcBef>
                <a:spcPts val="0"/>
              </a:spcBef>
              <a:buNone/>
              <a:defRPr b="0" i="0" sz="700" u="none" cap="none" strike="noStrike">
                <a:solidFill>
                  <a:srgbClr val="A5A5A5"/>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1">
            <a:alphaModFix/>
          </a:blip>
          <a:srcRect b="0" l="0" r="0" t="0"/>
          <a:stretch/>
        </p:blipFill>
        <p:spPr>
          <a:xfrm>
            <a:off x="7718934" y="147308"/>
            <a:ext cx="1229803" cy="21973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16">
          <p15:clr>
            <a:srgbClr val="F26B43"/>
          </p15:clr>
        </p15:guide>
        <p15:guide id="2" pos="324">
          <p15:clr>
            <a:srgbClr val="F26B43"/>
          </p15:clr>
        </p15:guide>
        <p15:guide id="3" orient="horz" pos="324">
          <p15:clr>
            <a:srgbClr val="F26B43"/>
          </p15:clr>
        </p15:guide>
        <p15:guide id="4" pos="5436">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13.png"/></Relationships>
</file>

<file path=ppt/slides/_rels/slide5.xml.rels><?xml version="1.0" encoding="UTF-8"?><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32.png"/><Relationship Id="rId6" Type="http://schemas.openxmlformats.org/officeDocument/2006/relationships/image" Target="../media/image7.png"/><Relationship Id="rId7" Type="http://schemas.openxmlformats.org/officeDocument/2006/relationships/image" Target="../media/image26.png"/></Relationships>
</file>

<file path=ppt/slides/_rels/slide6.xml.rels><?xml version="1.0" encoding="UTF-8"?><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image" Target="../media/image8.png"/><Relationship Id="rId7" Type="http://schemas.openxmlformats.org/officeDocument/2006/relationships/image" Target="../media/image14.png"/><Relationship Id="rId8" Type="http://schemas.openxmlformats.org/officeDocument/2006/relationships/image" Target="../media/image11.png"/></Relationships>
</file>

<file path=ppt/slides/_rels/slide8.xml.rels><?xml version="1.0" encoding="UTF-8"?><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16.jpg"/><Relationship Id="rId4" Type="http://schemas.openxmlformats.org/officeDocument/2006/relationships/image" Target="../media/image4.png"/><Relationship Id="rId5" Type="http://schemas.openxmlformats.org/officeDocument/2006/relationships/image" Target="../media/image45.jpg"/><Relationship Id="rId6" Type="http://schemas.openxmlformats.org/officeDocument/2006/relationships/image" Target="../media/image5.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 Id="rId3" Type="http://schemas.openxmlformats.org/officeDocument/2006/relationships/image" Target="../media/image38.jpg"/><Relationship Id="rId4" Type="http://schemas.openxmlformats.org/officeDocument/2006/relationships/image" Target="../media/image30.png"/><Relationship Id="rId5" Type="http://schemas.openxmlformats.org/officeDocument/2006/relationships/image" Target="../media/image19.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4.xml"/><Relationship Id="rId3" Type="http://schemas.openxmlformats.org/officeDocument/2006/relationships/image" Target="../media/image47.png"/><Relationship Id="rId4" Type="http://schemas.openxmlformats.org/officeDocument/2006/relationships/image" Target="../media/image43.png"/><Relationship Id="rId5" Type="http://schemas.openxmlformats.org/officeDocument/2006/relationships/image" Target="../media/image46.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42.jpg"/></Relationships>
</file>

<file path=ppt/slides/_rels/slide16.xml.rels><?xml version="1.0" encoding="UTF-8"?><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32.png"/><Relationship Id="rId6" Type="http://schemas.openxmlformats.org/officeDocument/2006/relationships/image" Target="../media/image7.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image" Target="../media/image8.png"/><Relationship Id="rId7"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6"/>
          <p:cNvSpPr txBox="1"/>
          <p:nvPr>
            <p:ph type="title"/>
          </p:nvPr>
        </p:nvSpPr>
        <p:spPr>
          <a:xfrm>
            <a:off x="862313" y="2738893"/>
            <a:ext cx="5074436" cy="1571968"/>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lt1"/>
              </a:buClr>
              <a:buSzPts val="5400"/>
              <a:buFont typeface="Poppins"/>
              <a:buNone/>
            </a:pPr>
            <a:r>
              <a:rPr lang="en"/>
              <a:t>PhishArmor</a:t>
            </a:r>
            <a:endParaRPr/>
          </a:p>
        </p:txBody>
      </p:sp>
      <p:sp>
        <p:nvSpPr>
          <p:cNvPr id="443" name="Google Shape;443;p36"/>
          <p:cNvSpPr txBox="1"/>
          <p:nvPr>
            <p:ph idx="1" type="body"/>
          </p:nvPr>
        </p:nvSpPr>
        <p:spPr>
          <a:xfrm>
            <a:off x="862313" y="3665186"/>
            <a:ext cx="5074500" cy="2538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1200"/>
              <a:buNone/>
            </a:pPr>
            <a:r>
              <a:rPr lang="en"/>
              <a:t>The Traffic Light for Your Inbox. Empowering everyone to navigate the digital world with confidence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7"/>
          <p:cNvSpPr txBox="1"/>
          <p:nvPr>
            <p:ph type="title"/>
          </p:nvPr>
        </p:nvSpPr>
        <p:spPr>
          <a:xfrm>
            <a:off x="448788" y="219875"/>
            <a:ext cx="3753000" cy="9042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3000"/>
              <a:buFont typeface="Poppins"/>
              <a:buNone/>
            </a:pPr>
            <a:r>
              <a:rPr lang="en"/>
              <a:t>Phishing Isn't a Server Problem. It's a Human Problem.</a:t>
            </a:r>
            <a:endParaRPr/>
          </a:p>
        </p:txBody>
      </p:sp>
      <p:sp>
        <p:nvSpPr>
          <p:cNvPr id="449" name="Google Shape;449;p37"/>
          <p:cNvSpPr txBox="1"/>
          <p:nvPr>
            <p:ph idx="2" type="body"/>
          </p:nvPr>
        </p:nvSpPr>
        <p:spPr>
          <a:xfrm>
            <a:off x="521495" y="2326680"/>
            <a:ext cx="3607571"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The Final Click Is Always Human</a:t>
            </a:r>
            <a:endParaRPr/>
          </a:p>
        </p:txBody>
      </p:sp>
      <p:sp>
        <p:nvSpPr>
          <p:cNvPr id="450" name="Google Shape;450;p37"/>
          <p:cNvSpPr txBox="1"/>
          <p:nvPr>
            <p:ph idx="3" type="body"/>
          </p:nvPr>
        </p:nvSpPr>
        <p:spPr>
          <a:xfrm>
            <a:off x="519389" y="2557513"/>
            <a:ext cx="3609698" cy="2065685"/>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600"/>
              </a:spcBef>
              <a:spcAft>
                <a:spcPts val="0"/>
              </a:spcAft>
              <a:buClr>
                <a:srgbClr val="595959"/>
              </a:buClr>
              <a:buSzPts val="800"/>
              <a:buNone/>
            </a:pPr>
            <a:r>
              <a:rPr lang="en"/>
              <a:t>Even the most advanced email filters miss sophisticated phishing attacks. They catch known threats but struggle with clever social engineering that targets people, not servers. That moment of uncertainty, hovering over a link, wondering if an email is truly legitimate, that is where the real vulnerability lies.</a:t>
            </a:r>
            <a:r>
              <a:rPr lang="en"/>
              <a:t xml:space="preserve"> </a:t>
            </a:r>
            <a:endParaRPr/>
          </a:p>
        </p:txBody>
      </p:sp>
      <p:sp>
        <p:nvSpPr>
          <p:cNvPr id="451" name="Google Shape;451;p37"/>
          <p:cNvSpPr txBox="1"/>
          <p:nvPr>
            <p:ph idx="4" type="body"/>
          </p:nvPr>
        </p:nvSpPr>
        <p:spPr>
          <a:xfrm>
            <a:off x="5327382" y="1329411"/>
            <a:ext cx="3302268" cy="19620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D8D8D8"/>
              </a:buClr>
              <a:buSzPts val="800"/>
              <a:buNone/>
            </a:pPr>
            <a:r>
              <a:rPr lang="en" b="1"/>
              <a:t>Lost to phishing attacks annually</a:t>
            </a:r>
            <a:endParaRPr/>
          </a:p>
        </p:txBody>
      </p:sp>
      <p:sp>
        <p:nvSpPr>
          <p:cNvPr id="452" name="Google Shape;452;p37"/>
          <p:cNvSpPr txBox="1"/>
          <p:nvPr>
            <p:ph idx="5" type="body"/>
          </p:nvPr>
        </p:nvSpPr>
        <p:spPr>
          <a:xfrm>
            <a:off x="5327382" y="524547"/>
            <a:ext cx="3302268" cy="900247"/>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lt1"/>
              </a:buClr>
              <a:buSzPts val="5400"/>
              <a:buNone/>
            </a:pPr>
            <a:r>
              <a:rPr lang="en"/>
              <a:t>$3.4B</a:t>
            </a:r>
            <a:endParaRPr/>
          </a:p>
        </p:txBody>
      </p:sp>
      <p:sp>
        <p:nvSpPr>
          <p:cNvPr id="453" name="Google Shape;453;p37"/>
          <p:cNvSpPr txBox="1"/>
          <p:nvPr>
            <p:ph idx="6" type="body"/>
          </p:nvPr>
        </p:nvSpPr>
        <p:spPr>
          <a:xfrm>
            <a:off x="5327383" y="1850916"/>
            <a:ext cx="3295124" cy="2550801"/>
          </a:xfrm>
          <a:prstGeom prst="rect">
            <a:avLst/>
          </a:prstGeom>
          <a:noFill/>
          <a:ln>
            <a:noFill/>
          </a:ln>
        </p:spPr>
        <p:txBody>
          <a:bodyPr anchorCtr="0" anchor="t" bIns="34275" lIns="68575" spcFirstLastPara="1" rIns="68575" wrap="square" tIns="34275">
            <a:noAutofit/>
          </a:bodyPr>
          <a:lstStyle/>
          <a:p>
            <a:pPr indent="-203200" lvl="0" marL="203200" rtl="0" algn="l">
              <a:lnSpc>
                <a:spcPct val="120000"/>
              </a:lnSpc>
              <a:spcBef>
                <a:spcPts val="0"/>
              </a:spcBef>
              <a:spcAft>
                <a:spcPts val="0"/>
              </a:spcAft>
              <a:buClr>
                <a:schemeClr val="accent3"/>
              </a:buClr>
              <a:buSzPts val="800"/>
              <a:buFont typeface="Inter"/>
              <a:buChar char="→"/>
            </a:pPr>
            <a:r>
              <a:rPr lang="en"/>
              <a:t>91% of cyberattacks begin with a phishing email</a:t>
            </a:r>
            <a:endParaRPr/>
          </a:p>
          <a:p>
            <a:pPr indent="-203200" lvl="0" marL="203200" rtl="0" algn="l">
              <a:lnSpc>
                <a:spcPct val="120000"/>
              </a:lnSpc>
              <a:spcBef>
                <a:spcPts val="600"/>
              </a:spcBef>
              <a:spcAft>
                <a:spcPts val="0"/>
              </a:spcAft>
              <a:buClr>
                <a:schemeClr val="accent3"/>
              </a:buClr>
              <a:buSzPts val="800"/>
              <a:buFont typeface="Inter"/>
              <a:buChar char="→"/>
            </a:pPr>
            <a:r>
              <a:rPr lang="en"/>
              <a:t>Filters miss new, targeted social engineering attacks</a:t>
            </a:r>
            <a:endParaRPr/>
          </a:p>
          <a:p>
            <a:pPr indent="-203200" lvl="0" marL="203200" rtl="0" algn="l">
              <a:lnSpc>
                <a:spcPct val="120000"/>
              </a:lnSpc>
              <a:spcBef>
                <a:spcPts val="600"/>
              </a:spcBef>
              <a:spcAft>
                <a:spcPts val="0"/>
              </a:spcAft>
              <a:buClr>
                <a:schemeClr val="accent3"/>
              </a:buClr>
              <a:buSzPts val="800"/>
              <a:buFont typeface="Inter"/>
              <a:buChar char="→"/>
            </a:pPr>
            <a:r>
              <a:rPr lang="en"/>
              <a:t>Users are left alone to make critical security decisions</a:t>
            </a:r>
            <a:endParaRPr/>
          </a:p>
          <a:p>
            <a:pPr indent="-203200" lvl="0" marL="203200" rtl="0" algn="l">
              <a:lnSpc>
                <a:spcPct val="120000"/>
              </a:lnSpc>
              <a:spcBef>
                <a:spcPts val="600"/>
              </a:spcBef>
              <a:spcAft>
                <a:spcPts val="0"/>
              </a:spcAft>
              <a:buClr>
                <a:schemeClr val="accent3"/>
              </a:buClr>
              <a:buSzPts val="800"/>
              <a:buFont typeface="Inter"/>
              <a:buChar char="→"/>
            </a:pPr>
            <a:r>
              <a:rPr lang="en"/>
              <a:t>The most vulnerable among us are the most targeted</a:t>
            </a:r>
            <a:endParaRPr/>
          </a:p>
          <a:p>
            <a:pPr indent="-203200" lvl="0" marL="203200" rtl="0" algn="l">
              <a:lnSpc>
                <a:spcPct val="120000"/>
              </a:lnSpc>
              <a:spcBef>
                <a:spcPts val="600"/>
              </a:spcBef>
              <a:spcAft>
                <a:spcPts val="0"/>
              </a:spcAft>
              <a:buClr>
                <a:schemeClr val="accent3"/>
              </a:buClr>
              <a:buSzPts val="800"/>
              <a:buFont typeface="Inter"/>
              <a:buChar char="→"/>
            </a:pPr>
            <a:r>
              <a:rPr lang="en"/>
              <a:t>Financial and emotional consequences are devastating</a:t>
            </a:r>
            <a:endParaRPr/>
          </a:p>
        </p:txBody>
      </p:sp>
      <p:sp>
        <p:nvSpPr>
          <p:cNvPr id="454" name="Google Shape;454;p37"/>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 2025 PhishArmor. All rights reserved.</a:t>
            </a:r>
            <a:endParaRPr/>
          </a:p>
        </p:txBody>
      </p:sp>
      <p:sp>
        <p:nvSpPr>
          <p:cNvPr id="455" name="Google Shape;455;p37"/>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ns0:sld xmlns:ns0="http://schemas.openxmlformats.org/presentationml/2006/main" xmlns:ns1="http://schemas.openxmlformats.org/drawingml/2006/main" xmlns:ns2="http://schemas.openxmlformats.org/officeDocument/2006/relationships">
  <ns0:cSld>
    <ns0:spTree>
      <ns0:nvGrpSpPr>
        <ns0:cNvPr id="459" name="Shape 459"/>
        <ns0:cNvGrpSpPr/>
        <ns0:nvPr/>
      </ns0:nvGrpSpPr>
      <ns0:grpSpPr>
        <ns1:xfrm>
          <ns1:off x="0" y="0"/>
          <ns1:ext cx="0" cy="0"/>
          <ns1:chOff x="0" y="0"/>
          <ns1:chExt cx="0" cy="0"/>
        </ns1:xfrm>
      </ns0:grpSpPr>
      <ns0:sp>
        <ns0:nvSpPr>
          <ns0:cNvPr id="460" name="Google Shape;460;p38"/>
          <ns0:cNvSpPr txBox="1"/>
          <ns0:nvPr>
            <ns0:ph type="title"/>
          </ns0:nvPr>
        </ns0:nvSpPr>
        <ns0:spPr>
          <ns1:xfrm>
            <ns1:off x="514349" y="520700"/>
            <ns1:ext cx="8115299" cy="488595"/>
          </ns1:xfrm>
          <ns1:prstGeom prst="rect">
            <ns1:avLst/>
          </ns1:prstGeom>
          <ns1:noFill/>
          <ns1:ln>
            <ns1:noFill/>
          </ns1:ln>
        </ns0:spPr>
        <ns0:txBody>
          <ns1:bodyPr anchorCtr="0" anchor="t" bIns="34275" lIns="68575" spcFirstLastPara="1" rIns="68575" wrap="square" tIns="34275">
            <ns1:noAutofit/>
          </ns1:bodyPr>
          <ns1:lstStyle/>
          <ns1:p>
            <ns1:pPr indent="0" lvl="0" marL="0" rtl="0" algn="ctr">
              <ns1:lnSpc>
                <ns1:spcPct val="90000"/>
              </ns1:lnSpc>
              <ns1:spcBef>
                <ns1:spcPts val="0"/>
              </ns1:spcBef>
              <ns1:spcAft>
                <ns1:spcPts val="0"/>
              </ns1:spcAft>
              <ns1:buClr>
                <ns1:schemeClr val="lt1"/>
              </ns1:buClr>
              <ns1:buSzPts val="3000"/>
              <ns1:buFont typeface="Poppins"/>
              <ns1:buNone/>
            </ns1:pPr>
            <ns1:r>
              <ns1:rPr lang="en" b="1"/>
              <ns1:t>Choose Your Protection Level</ns1:t>
            </ns1:r>
            <ns1:endParaRPr/>
          </ns1:p>
        </ns0:txBody>
      </ns0:sp>
      <ns0:sp>
        <ns0:nvSpPr>
          <ns0:cNvPr id="461" name="Google Shape;461;p38"/>
          <ns0:cNvSpPr txBox="1"/>
          <ns0:nvPr>
            <ns0:ph idx="11" type="ftr"/>
          </ns0:nvPr>
        </ns0:nvSpPr>
        <ns0:spPr>
          <ns1:xfrm>
            <ns1:off x="145256" y="4869302"/>
            <ns1:ext cx="3086100" cy="173124"/>
          </ns1:xfrm>
          <ns1:prstGeom prst="rect">
            <ns1:avLst/>
          </ns1:prstGeom>
          <ns1:noFill/>
          <ns1:ln>
            <ns1:noFill/>
          </ns1:ln>
        </ns0:spPr>
        <ns0:txBody>
          <ns1:bodyPr anchorCtr="0" anchor="ctr" bIns="34275" lIns="68575" spcFirstLastPara="1" rIns="68575" wrap="square" tIns="34275">
            <ns1:noAutofit/>
          </ns1:bodyPr>
          <ns1:lstStyle/>
          <ns1:p>
            <ns1:pPr indent="0" lvl="0" marL="0" rtl="0" algn="l">
              <ns1:spcBef>
                <ns1:spcPts val="0"/>
              </ns1:spcBef>
              <ns1:spcAft>
                <ns1:spcPts val="0"/>
              </ns1:spcAft>
              <ns1:buNone/>
            </ns1:pPr>
            <ns1:r>
              <ns1:rPr lang="en"/>
              <ns1:t>© 2025 PhishArmor. All rights reserved.</ns1:t>
            </ns1:r>
            <ns1:endParaRPr/>
          </ns1:p>
        </ns0:txBody>
      </ns0:sp>
      <ns0:sp>
        <ns0:nvSpPr>
          <ns0:cNvPr id="462" name="Google Shape;462;p38"/>
          <ns0:cNvSpPr txBox="1"/>
          <ns0:nvPr>
            <ns0:ph idx="12" type="sldNum"/>
          </ns0:nvPr>
        </ns0:nvSpPr>
        <ns0:spPr>
          <ns1:xfrm>
            <ns1:off x="8629649" y="4869302"/>
            <ns1:ext cx="369094" cy="173124"/>
          </ns1:xfrm>
          <ns1:prstGeom prst="rect">
            <ns1:avLst/>
          </ns1:prstGeom>
          <ns1:noFill/>
          <ns1:ln>
            <ns1:noFill/>
          </ns1:ln>
        </ns0:spPr>
        <ns0:txBody>
          <ns1:bodyPr anchorCtr="0" anchor="ctr" bIns="34275" lIns="68575" spcFirstLastPara="1" rIns="68575" wrap="square" tIns="34275">
            <ns1:noAutofit/>
          </ns1:bodyPr>
          <ns1:lstStyle/>
          <ns1:p>
            <ns1:pPr indent="0" lvl="0" marL="0" rtl="0" algn="r">
              <ns1:spcBef>
                <ns1:spcPts val="0"/>
              </ns1:spcBef>
              <ns1:spcAft>
                <ns1:spcPts val="0"/>
              </ns1:spcAft>
              <ns1:buNone/>
            </ns1:pPr>
            <ns1:fld id="{00000000-1234-1234-1234-123412341234}" type="slidenum">
              <ns1:rPr lang="en"/>
              <ns1:t>‹#›</ns1:t>
            </ns1:fld>
            <ns1:endParaRPr/>
          </ns1:p>
        </ns0:txBody>
      </ns0:sp>
      <ns0:sp>
        <ns0:nvSpPr>
          <ns0:cNvPr id="463" name="Google Shape;463;p38"/>
          <ns0:cNvSpPr txBox="1"/>
          <ns0:nvPr>
            <ns0:ph idx="1" type="body"/>
          </ns0:nvPr>
        </ns0:nvSpPr>
        <ns0:spPr>
          <ns1:xfrm>
            <ns1:off x="2699147" y="1009295"/>
            <ns1:ext cx="3745707" cy="230833"/>
          </ns1:xfrm>
          <ns1:prstGeom prst="rect">
            <ns1:avLst/>
          </ns1:prstGeom>
          <ns1:noFill/>
          <ns1:ln>
            <ns1:noFill/>
          </ns1:ln>
        </ns0:spPr>
        <ns0:txBody>
          <ns1:bodyPr anchorCtr="0" anchor="t" bIns="34275" lIns="68575" spcFirstLastPara="1" rIns="68575" wrap="square" tIns="34275">
            <ns1:noAutofit/>
          </ns1:bodyPr>
          <ns1:lstStyle/>
          <ns1:p>
            <ns1:pPr indent="0" lvl="0" marL="0" rtl="0" algn="ctr">
              <ns1:lnSpc>
                <ns1:spcPct val="100000"/>
              </ns1:lnSpc>
              <ns1:spcBef>
                <ns1:spcPts val="0"/>
              </ns1:spcBef>
              <ns1:spcAft>
                <ns1:spcPts val="0"/>
              </ns1:spcAft>
              <ns1:buClr>
                <ns1:schemeClr val="accent3"/>
              </ns1:buClr>
              <ns1:buSzPts val="1100"/>
              <ns1:buNone/>
            </ns1:pPr>
            <ns1:r>
              <ns1:rPr lang="en"/>
              <ns1:t>Start for free and upgrade when you need more</ns1:t>
            </ns1:r>
            <ns1:endParaRPr/>
          </ns1:p>
        </ns0:txBody>
      </ns0:sp>
      <ns0:pic>
        <ns0:nvPicPr>
          <ns0:cNvPr id="464" name="Google Shape;464;p38"/>
          <ns0:cNvPicPr preferRelativeResize="0"/>
          <ns0:nvPr>
            <ns0:ph idx="2" type="pic"/>
          </ns0:nvPr>
        </ns0:nvPicPr>
        <ns0:blipFill rotWithShape="1">
          <ns1:blip ns2:embed="rId3">
            <ns1:alphaModFix/>
          </ns1:blip>
          <ns1:srcRect b="288" l="0" r="0" t="288"/>
          <ns1:stretch/>
        </ns0:blipFill>
        <ns0:spPr>
          <ns1:xfrm>
            <ns1:off x="2220275" y="1810366"/>
            <ns1:ext cx="205738" cy="205738"/>
          </ns1:xfrm>
          <ns1:prstGeom prst="rect">
            <ns1:avLst/>
          </ns1:prstGeom>
          <ns1:noFill/>
          <ns1:ln>
            <ns1:noFill/>
          </ns1:ln>
        </ns0:spPr>
      </ns0:pic>
      <ns0:sp>
        <ns0:nvSpPr>
          <ns0:cNvPr id="465" name="Google Shape;465;p38"/>
          <ns0:cNvSpPr txBox="1"/>
          <ns0:nvPr>
            <ns0:ph idx="3" type="body"/>
          </ns0:nvPr>
        </ns0:nvSpPr>
        <ns0:spPr>
          <ns1:xfrm>
            <ns1:off x="2071688" y="2256060"/>
            <ns1:ext cx="2257425" cy="623248"/>
          </ns1:xfrm>
          <ns1:prstGeom prst="rect">
            <ns1:avLst/>
          </ns1:prstGeom>
          <ns1:noFill/>
          <ns1:ln>
            <ns1:noFill/>
          </ns1:ln>
        </ns0:spPr>
        <ns0:txBody>
          <ns1:bodyPr anchorCtr="0" anchor="t" bIns="34275" lIns="68575" spcFirstLastPara="1" rIns="68575" wrap="square" tIns="34275">
            <ns1:noAutofit/>
          </ns1:bodyPr>
          <ns1:lstStyle/>
          <ns1:p>
            <ns1:pPr indent="0" lvl="0" marL="0" rtl="0" algn="l">
              <ns1:lnSpc>
                <ns1:spcPct val="100000"/>
              </ns1:lnSpc>
              <ns1:spcBef>
                <ns1:spcPts val="0"/>
              </ns1:spcBef>
              <ns1:spcAft>
                <ns1:spcPts val="0"/>
              </ns1:spcAft>
              <ns1:buClr>
                <ns1:srgbClr val="262626"/>
              </ns1:buClr>
              <ns1:buSzPts val="3600"/>
              <ns1:buNone/>
            </ns1:pPr>
            <ns1:r>
              <ns1:rPr lang="en"/>
              <ns1:t>$0</ns1:t>
            </ns1:r>
            <ns1:endParaRPr/>
          </ns1:p>
        </ns0:txBody>
      </ns0:sp>
      <ns0:sp>
        <ns0:nvSpPr>
          <ns0:cNvPr id="466" name="Google Shape;466;p38"/>
          <ns0:cNvSpPr txBox="1"/>
          <ns0:nvPr>
            <ns0:ph idx="4" type="body"/>
          </ns0:nvPr>
        </ns0:nvSpPr>
        <ns0:spPr>
          <ns1:xfrm>
            <ns1:off x="2071688" y="2834635"/>
            <ns1:ext cx="2257425" cy="196208"/>
          </ns1:xfrm>
          <ns1:prstGeom prst="rect">
            <ns1:avLst/>
          </ns1:prstGeom>
          <ns1:noFill/>
          <ns1:ln>
            <ns1:noFill/>
          </ns1:ln>
        </ns0:spPr>
        <ns0:txBody>
          <ns1:bodyPr anchorCtr="0" anchor="t" bIns="34275" lIns="68575" spcFirstLastPara="1" rIns="68575" wrap="square" tIns="34275">
            <ns1:noAutofit/>
          </ns1:bodyPr>
          <ns1:lstStyle/>
          <ns1:p>
            <ns1:pPr indent="0" lvl="0" marL="0" rtl="0" algn="l">
              <ns1:lnSpc>
                <ns1:spcPct val="100000"/>
              </ns1:lnSpc>
              <ns1:spcBef>
                <ns1:spcPts val="0"/>
              </ns1:spcBef>
              <ns1:spcAft>
                <ns1:spcPts val="0"/>
              </ns1:spcAft>
              <ns1:buClr>
                <ns1:srgbClr val="595959"/>
              </ns1:buClr>
              <ns1:buSzPts val="800"/>
              <ns1:buNone/>
            </ns1:pPr>
            <ns1:r>
              <ns1:rPr lang="en"/>
              <ns1:t>forever</ns1:t>
            </ns1:r>
            <ns1:endParaRPr/>
          </ns1:p>
        </ns0:txBody>
      </ns0:sp>
      <ns0:sp>
        <ns0:nvSpPr>
          <ns0:cNvPr id="467" name="Google Shape;467;p38"/>
          <ns0:cNvSpPr txBox="1"/>
          <ns0:nvPr>
            <ns0:ph idx="5" type="body"/>
          </ns0:nvPr>
        </ns0:nvSpPr>
        <ns0:spPr>
          <ns1:xfrm>
            <ns1:off x="2621756" y="1797819"/>
            <ns1:ext cx="1707356" cy="230833"/>
          </ns1:xfrm>
          <ns1:prstGeom prst="rect">
            <ns1:avLst/>
          </ns1:prstGeom>
          <ns1:noFill/>
          <ns1:ln>
            <ns1:noFill/>
          </ns1:ln>
        </ns0:spPr>
        <ns0:txBody>
          <ns1:bodyPr anchorCtr="0" anchor="t" bIns="34275" lIns="68575" spcFirstLastPara="1" rIns="68575" wrap="square" tIns="34275">
            <ns1:noAutofit/>
          </ns1:bodyPr>
          <ns1:lstStyle/>
          <ns1:p>
            <ns1:pPr indent="0" lvl="0" marL="0" rtl="0" algn="l">
              <ns1:lnSpc>
                <ns1:spcPct val="100000"/>
              </ns1:lnSpc>
              <ns1:spcBef>
                <ns1:spcPts val="0"/>
              </ns1:spcBef>
              <ns1:spcAft>
                <ns1:spcPts val="0"/>
              </ns1:spcAft>
              <ns1:buClr>
                <ns1:srgbClr val="262626"/>
              </ns1:buClr>
              <ns1:buSzPts val="1100"/>
              <ns1:buNone/>
            </ns1:pPr>
            <ns1:r>
              <ns1:rPr lang="en" b="1"/>
              <ns1:t>Free Plan</ns1:t>
            </ns1:r>
            <ns1:endParaRPr/>
          </ns1:p>
        </ns0:txBody>
      </ns0:sp>
      <ns0:sp>
        <ns0:nvSpPr>
          <ns0:cNvPr id="468" name="Google Shape;468;p38"/>
          <ns0:cNvSpPr txBox="1"/>
          <ns0:nvPr>
            <ns0:ph idx="6" type="body"/>
          </ns0:nvPr>
        </ns0:nvSpPr>
        <ns0:spPr>
          <ns1:xfrm>
            <ns1:off x="2071688" y="3160223"/>
            <ns1:ext cx="2257424" cy="1318908"/>
          </ns1:xfrm>
          <ns1:prstGeom prst="rect">
            <ns1:avLst/>
          </ns1:prstGeom>
          <ns1:noFill/>
          <ns1:ln>
            <ns1:noFill/>
          </ns1:ln>
        </ns0:spPr>
        <ns0:txBody>
          <ns1:bodyPr anchorCtr="0" anchor="t" bIns="34275" lIns="68575" spcFirstLastPara="1" rIns="68575" wrap="square" tIns="34275">
            <ns1:noAutofit/>
          </ns1:bodyPr>
          <ns1:lstStyle/>
          <ns1:p>
            <ns1:pPr indent="-203200" lvl="0" marL="203200" rtl="0" algn="l">
              <ns1:lnSpc>
                <ns1:spcPct val="120000"/>
              </ns1:lnSpc>
              <ns1:spcBef>
                <ns1:spcPts val="0"/>
              </ns1:spcBef>
              <ns1:spcAft>
                <ns1:spcPts val="0"/>
              </ns1:spcAft>
              <ns1:buClr>
                <ns1:schemeClr val="accent3"/>
              </ns1:buClr>
              <ns1:buSzPts val="800"/>
              <ns1:buFont typeface="Inter"/>
              <ns1:buChar char="✓"/>
            </ns1:pPr>
            <ns1:r>
              <ns1:rPr lang="en"/>
              <ns1:t>5 Emails Per Day</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Manual Scanning Only</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Basic AI Analysis</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Real-time Threat Detection</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Includes Ads</ns1:t>
            </ns1:r>
            <ns1:endParaRPr/>
          </ns1:p>
        </ns0:txBody>
      </ns0:sp>
      <ns0:sp>
        <ns0:nvSpPr>
          <ns0:cNvPr id="469" name="Google Shape;469;p38"/>
          <ns0:cNvSpPr txBox="1"/>
          <ns0:nvPr>
            <ns0:ph idx="8" type="body"/>
          </ns0:nvPr>
        </ns0:nvSpPr>
        <ns0:spPr>
          <ns1:xfrm>
            <ns1:off x="4814888" y="2256060"/>
            <ns1:ext cx="2257425" cy="623248"/>
          </ns1:xfrm>
          <ns1:prstGeom prst="rect">
            <ns1:avLst/>
          </ns1:prstGeom>
          <ns1:noFill/>
          <ns1:ln>
            <ns1:noFill/>
          </ns1:ln>
        </ns0:spPr>
        <ns0:txBody>
          <ns1:bodyPr anchorCtr="0" anchor="t" bIns="34275" lIns="68575" spcFirstLastPara="1" rIns="68575" wrap="square" tIns="34275">
            <ns1:noAutofit/>
          </ns1:bodyPr>
          <ns1:lstStyle/>
          <ns1:p>
            <ns1:pPr indent="0" lvl="0" marL="0" rtl="0" algn="l">
              <ns1:lnSpc>
                <ns1:spcPct val="100000"/>
              </ns1:lnSpc>
              <ns1:spcBef>
                <ns1:spcPts val="0"/>
              </ns1:spcBef>
              <ns1:spcAft>
                <ns1:spcPts val="0"/>
              </ns1:spcAft>
              <ns1:buClr>
                <ns1:srgbClr val="262626"/>
              </ns1:buClr>
              <ns1:buSzPts val="3600"/>
              <ns1:buNone/>
            </ns1:pPr>
            <ns1:r>
              <ns1:rPr lang="en"/>
              <ns1:t>$4.99</ns1:t>
            </ns1:r>
            <ns1:endParaRPr/>
          </ns1:p>
        </ns0:txBody>
      </ns0:sp>
      <ns0:sp>
        <ns0:nvSpPr>
          <ns0:cNvPr id="470" name="Google Shape;470;p38"/>
          <ns0:cNvSpPr txBox="1"/>
          <ns0:nvPr>
            <ns0:ph idx="9" type="body"/>
          </ns0:nvPr>
        </ns0:nvSpPr>
        <ns0:spPr>
          <ns1:xfrm>
            <ns1:off x="4814888" y="2834635"/>
            <ns1:ext cx="2257425" cy="196208"/>
          </ns1:xfrm>
          <ns1:prstGeom prst="rect">
            <ns1:avLst/>
          </ns1:prstGeom>
          <ns1:noFill/>
          <ns1:ln>
            <ns1:noFill/>
          </ns1:ln>
        </ns0:spPr>
        <ns0:txBody>
          <ns1:bodyPr anchorCtr="0" anchor="t" bIns="34275" lIns="68575" spcFirstLastPara="1" rIns="68575" wrap="square" tIns="34275">
            <ns1:noAutofit/>
          </ns1:bodyPr>
          <ns1:lstStyle/>
          <ns1:p>
            <ns1:pPr indent="0" lvl="0" marL="0" rtl="0" algn="l">
              <ns1:lnSpc>
                <ns1:spcPct val="100000"/>
              </ns1:lnSpc>
              <ns1:spcBef>
                <ns1:spcPts val="0"/>
              </ns1:spcBef>
              <ns1:spcAft>
                <ns1:spcPts val="0"/>
              </ns1:spcAft>
              <ns1:buClr>
                <ns1:srgbClr val="595959"/>
              </ns1:buClr>
              <ns1:buSzPts val="800"/>
              <ns1:buNone/>
            </ns1:pPr>
            <ns1:r>
              <ns1:rPr lang="en"/>
              <ns1:t>Per month</ns1:t>
            </ns1:r>
            <ns1:endParaRPr/>
          </ns1:p>
        </ns0:txBody>
      </ns0:sp>
      <ns0:sp>
        <ns0:nvSpPr>
          <ns0:cNvPr id="471" name="Google Shape;471;p38"/>
          <ns0:cNvSpPr txBox="1"/>
          <ns0:nvPr>
            <ns0:ph idx="13" type="body"/>
          </ns0:nvPr>
        </ns0:nvSpPr>
        <ns0:spPr>
          <ns1:xfrm>
            <ns1:off x="5364956" y="1797819"/>
            <ns1:ext cx="1707356" cy="230833"/>
          </ns1:xfrm>
          <ns1:prstGeom prst="rect">
            <ns1:avLst/>
          </ns1:prstGeom>
          <ns1:noFill/>
          <ns1:ln>
            <ns1:noFill/>
          </ns1:ln>
        </ns0:spPr>
        <ns0:txBody>
          <ns1:bodyPr anchorCtr="0" anchor="t" bIns="34275" lIns="68575" spcFirstLastPara="1" rIns="68575" wrap="square" tIns="34275">
            <ns1:noAutofit/>
          </ns1:bodyPr>
          <ns1:lstStyle/>
          <ns1:p>
            <ns1:pPr indent="0" lvl="0" marL="0" rtl="0" algn="l">
              <ns1:lnSpc>
                <ns1:spcPct val="100000"/>
              </ns1:lnSpc>
              <ns1:spcBef>
                <ns1:spcPts val="0"/>
              </ns1:spcBef>
              <ns1:spcAft>
                <ns1:spcPts val="0"/>
              </ns1:spcAft>
              <ns1:buClr>
                <ns1:srgbClr val="262626"/>
              </ns1:buClr>
              <ns1:buSzPts val="1100"/>
              <ns1:buNone/>
            </ns1:pPr>
            <ns1:r>
              <ns1:rPr lang="en" b="1"/>
              <ns1:t>Premium Plan</ns1:t>
            </ns1:r>
            <ns1:endParaRPr/>
          </ns1:p>
        </ns0:txBody>
      </ns0:sp>
      <ns0:sp>
        <ns0:nvSpPr>
          <ns0:cNvPr id="472" name="Google Shape;472;p38"/>
          <ns0:cNvSpPr txBox="1"/>
          <ns0:nvPr>
            <ns0:ph idx="14" type="body"/>
          </ns0:nvPr>
        </ns0:nvSpPr>
        <ns0:spPr>
          <ns1:xfrm>
            <ns1:off x="4814888" y="3160223"/>
            <ns1:ext cx="2257424" cy="1318908"/>
          </ns1:xfrm>
          <ns1:prstGeom prst="rect">
            <ns1:avLst/>
          </ns1:prstGeom>
          <ns1:noFill/>
          <ns1:ln>
            <ns1:noFill/>
          </ns1:ln>
        </ns0:spPr>
        <ns0:txBody>
          <ns1:bodyPr anchorCtr="0" anchor="t" bIns="34275" lIns="68575" spcFirstLastPara="1" rIns="68575" wrap="square" tIns="34275">
            <ns1:noAutofit/>
          </ns1:bodyPr>
          <ns1:lstStyle/>
          <ns1:p>
            <ns1:pPr indent="-203200" lvl="0" marL="203200" rtl="0" algn="l">
              <ns1:lnSpc>
                <ns1:spcPct val="120000"/>
              </ns1:lnSpc>
              <ns1:spcBef>
                <ns1:spcPts val="0"/>
              </ns1:spcBef>
              <ns1:spcAft>
                <ns1:spcPts val="0"/>
              </ns1:spcAft>
              <ns1:buClr>
                <ns1:schemeClr val="accent3"/>
              </ns1:buClr>
              <ns1:buSzPts val="800"/>
              <ns1:buFont typeface="Inter"/>
              <ns1:buChar char="✓"/>
            </ns1:pPr>
            <ns1:r>
              <ns1:rPr lang="en"/>
              <ns1:t>50 Emails Per Day (10x more)</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Auto-scanning Capability</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Sender Verification</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Safe Link Checking</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Ad-free Experience</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Priority Support</ns1:t>
            </ns1:r>
            <ns1:endParaRPr/>
          </ns1:p>
        </ns0:txBody>
      </ns0:sp>
      <ns0:pic>
        <ns0:nvPicPr>
          <ns0:cNvPr id="473" name="Google Shape;473;p38" title="Asset 3@4x-8.png"/>
          <ns0:cNvPicPr preferRelativeResize="0"/>
          <ns0:nvPr/>
        </ns0:nvPicPr>
        <ns0:blipFill>
          <ns1:blip ns2:embed="rId4">
            <ns1:alphaModFix/>
          </ns1:blip>
          <ns1:stretch>
            <ns1:fillRect/>
          </ns1:stretch>
        </ns0:blipFill>
        <ns0:spPr>
          <ns1:xfrm>
            <ns1:off x="4953825" y="1784614"/>
            <ns1:ext cx="239279" cy="274698"/>
          </ns1:xfrm>
          <ns1:prstGeom prst="rect">
            <ns1:avLst/>
          </ns1:prstGeom>
          <ns1:noFill/>
          <ns1:ln>
            <ns1:noFill/>
          </ns1:ln>
        </ns0:spPr>
      </ns0:pic>
    </ns0:spTree>
  </ns0:cSld>
  <ns0:clrMapOvr>
    <ns1:masterClrMapping/>
  </ns0:clrMapOvr>
</ns0: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0"/>
          <p:cNvSpPr txBox="1"/>
          <p:nvPr>
            <p:ph type="title"/>
          </p:nvPr>
        </p:nvSpPr>
        <p:spPr>
          <a:xfrm>
            <a:off x="514351" y="520700"/>
            <a:ext cx="8115299" cy="488595"/>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3000"/>
              <a:buFont typeface="Poppins"/>
              <a:buNone/>
            </a:pPr>
            <a:r>
              <a:rPr lang="en" b="1"/>
              <a:t>Our Roadmap</a:t>
            </a:r>
            <a:endParaRPr/>
          </a:p>
        </p:txBody>
      </p:sp>
      <p:sp>
        <p:nvSpPr>
          <p:cNvPr id="485" name="Google Shape;485;p40"/>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 2025 PhishArmor. All rights reserved.</a:t>
            </a:r>
            <a:endParaRPr/>
          </a:p>
        </p:txBody>
      </p:sp>
      <p:sp>
        <p:nvSpPr>
          <p:cNvPr id="486" name="Google Shape;486;p40"/>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487" name="Google Shape;487;p40"/>
          <p:cNvPicPr preferRelativeResize="0"/>
          <p:nvPr>
            <p:ph idx="2" type="pic"/>
          </p:nvPr>
        </p:nvPicPr>
        <p:blipFill rotWithShape="1">
          <a:blip r:embed="rId3">
            <a:alphaModFix/>
          </a:blip>
          <a:srcRect b="0" l="289" r="289" t="0"/>
          <a:stretch/>
        </p:blipFill>
        <p:spPr>
          <a:xfrm>
            <a:off x="1002030" y="2429362"/>
            <a:ext cx="205740" cy="205740"/>
          </a:xfrm>
          <a:prstGeom prst="rect">
            <a:avLst/>
          </a:prstGeom>
          <a:noFill/>
          <a:ln>
            <a:noFill/>
          </a:ln>
        </p:spPr>
      </p:pic>
      <p:pic>
        <p:nvPicPr>
          <p:cNvPr id="488" name="Google Shape;488;p40"/>
          <p:cNvPicPr preferRelativeResize="0"/>
          <p:nvPr>
            <p:ph idx="3" type="pic"/>
          </p:nvPr>
        </p:nvPicPr>
        <p:blipFill rotWithShape="1">
          <a:blip r:embed="rId4">
            <a:alphaModFix/>
          </a:blip>
          <a:srcRect b="0" l="0" r="0" t="0"/>
          <a:stretch/>
        </p:blipFill>
        <p:spPr>
          <a:xfrm>
            <a:off x="2691944" y="2429362"/>
            <a:ext cx="205740" cy="205740"/>
          </a:xfrm>
          <a:prstGeom prst="rect">
            <a:avLst/>
          </a:prstGeom>
          <a:noFill/>
          <a:ln>
            <a:noFill/>
          </a:ln>
        </p:spPr>
      </p:pic>
      <p:pic>
        <p:nvPicPr>
          <p:cNvPr id="489" name="Google Shape;489;p40"/>
          <p:cNvPicPr preferRelativeResize="0"/>
          <p:nvPr>
            <p:ph idx="4" type="pic"/>
          </p:nvPr>
        </p:nvPicPr>
        <p:blipFill rotWithShape="1">
          <a:blip r:embed="rId5">
            <a:alphaModFix/>
          </a:blip>
          <a:srcRect b="0" l="0" r="0" t="0"/>
          <a:stretch/>
        </p:blipFill>
        <p:spPr>
          <a:xfrm>
            <a:off x="4381857" y="2429362"/>
            <a:ext cx="205740" cy="205740"/>
          </a:xfrm>
          <a:prstGeom prst="rect">
            <a:avLst/>
          </a:prstGeom>
          <a:noFill/>
          <a:ln>
            <a:noFill/>
          </a:ln>
        </p:spPr>
      </p:pic>
      <p:pic>
        <p:nvPicPr>
          <p:cNvPr id="490" name="Google Shape;490;p40"/>
          <p:cNvPicPr preferRelativeResize="0"/>
          <p:nvPr>
            <p:ph idx="5" type="pic"/>
          </p:nvPr>
        </p:nvPicPr>
        <p:blipFill rotWithShape="1">
          <a:blip r:embed="rId6">
            <a:alphaModFix/>
          </a:blip>
          <a:srcRect b="0" l="289" r="289" t="0"/>
          <a:stretch/>
        </p:blipFill>
        <p:spPr>
          <a:xfrm>
            <a:off x="6071771" y="2429362"/>
            <a:ext cx="205740" cy="205740"/>
          </a:xfrm>
          <a:prstGeom prst="rect">
            <a:avLst/>
          </a:prstGeom>
          <a:noFill/>
          <a:ln>
            <a:noFill/>
          </a:ln>
        </p:spPr>
      </p:pic>
      <p:pic>
        <p:nvPicPr>
          <p:cNvPr id="491" name="Google Shape;491;p40"/>
          <p:cNvPicPr preferRelativeResize="0"/>
          <p:nvPr>
            <p:ph idx="6" type="pic"/>
          </p:nvPr>
        </p:nvPicPr>
        <p:blipFill rotWithShape="1">
          <a:blip r:embed="rId7">
            <a:alphaModFix/>
          </a:blip>
          <a:srcRect b="0" l="0" r="0" t="0"/>
          <a:stretch/>
        </p:blipFill>
        <p:spPr>
          <a:xfrm>
            <a:off x="7761684" y="2429362"/>
            <a:ext cx="205740" cy="205740"/>
          </a:xfrm>
          <a:prstGeom prst="rect">
            <a:avLst/>
          </a:prstGeom>
          <a:noFill/>
          <a:ln>
            <a:noFill/>
          </a:ln>
        </p:spPr>
      </p:pic>
      <p:sp>
        <p:nvSpPr>
          <p:cNvPr id="492" name="Google Shape;492;p40"/>
          <p:cNvSpPr txBox="1"/>
          <p:nvPr>
            <p:ph idx="1" type="body"/>
          </p:nvPr>
        </p:nvSpPr>
        <p:spPr>
          <a:xfrm>
            <a:off x="390525" y="1848322"/>
            <a:ext cx="1428750" cy="438581"/>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62626"/>
              </a:buClr>
              <a:buSzPts val="2400"/>
              <a:buNone/>
            </a:pPr>
            <a:r>
              <a:rPr lang="en" b="1"/>
              <a:t>2024</a:t>
            </a:r>
            <a:endParaRPr/>
          </a:p>
        </p:txBody>
      </p:sp>
      <p:sp>
        <p:nvSpPr>
          <p:cNvPr id="493" name="Google Shape;493;p40"/>
          <p:cNvSpPr txBox="1"/>
          <p:nvPr>
            <p:ph idx="7" type="body"/>
          </p:nvPr>
        </p:nvSpPr>
        <p:spPr>
          <a:xfrm>
            <a:off x="2080439" y="1848322"/>
            <a:ext cx="1428750" cy="438581"/>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62626"/>
              </a:buClr>
              <a:buSzPts val="2400"/>
              <a:buNone/>
            </a:pPr>
            <a:r>
              <a:rPr lang="en" b="1"/>
              <a:t>2025</a:t>
            </a:r>
            <a:endParaRPr/>
          </a:p>
        </p:txBody>
      </p:sp>
      <p:sp>
        <p:nvSpPr>
          <p:cNvPr id="494" name="Google Shape;494;p40"/>
          <p:cNvSpPr txBox="1"/>
          <p:nvPr>
            <p:ph idx="8" type="body"/>
          </p:nvPr>
        </p:nvSpPr>
        <p:spPr>
          <a:xfrm>
            <a:off x="3770352" y="1848322"/>
            <a:ext cx="1428750" cy="438581"/>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62626"/>
              </a:buClr>
              <a:buSzPts val="2400"/>
              <a:buNone/>
            </a:pPr>
            <a:r>
              <a:rPr lang="en" b="1"/>
              <a:t>2026</a:t>
            </a:r>
            <a:endParaRPr/>
          </a:p>
        </p:txBody>
      </p:sp>
      <p:sp>
        <p:nvSpPr>
          <p:cNvPr id="495" name="Google Shape;495;p40"/>
          <p:cNvSpPr txBox="1"/>
          <p:nvPr>
            <p:ph idx="9" type="body"/>
          </p:nvPr>
        </p:nvSpPr>
        <p:spPr>
          <a:xfrm>
            <a:off x="5460266" y="1848322"/>
            <a:ext cx="1428750" cy="438581"/>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62626"/>
              </a:buClr>
              <a:buSzPts val="2400"/>
              <a:buNone/>
            </a:pPr>
            <a:r>
              <a:rPr lang="en" b="1"/>
              <a:t>2027</a:t>
            </a:r>
            <a:endParaRPr/>
          </a:p>
        </p:txBody>
      </p:sp>
      <p:sp>
        <p:nvSpPr>
          <p:cNvPr id="496" name="Google Shape;496;p40"/>
          <p:cNvSpPr txBox="1"/>
          <p:nvPr>
            <p:ph idx="13" type="body"/>
          </p:nvPr>
        </p:nvSpPr>
        <p:spPr>
          <a:xfrm>
            <a:off x="7150179" y="1848322"/>
            <a:ext cx="1428750" cy="438581"/>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62626"/>
              </a:buClr>
              <a:buSzPts val="2400"/>
              <a:buNone/>
            </a:pPr>
            <a:r>
              <a:rPr lang="en" b="1"/>
              <a:t>2028</a:t>
            </a:r>
            <a:endParaRPr/>
          </a:p>
        </p:txBody>
      </p:sp>
      <p:sp>
        <p:nvSpPr>
          <p:cNvPr id="497" name="Google Shape;497;p40"/>
          <p:cNvSpPr txBox="1"/>
          <p:nvPr>
            <p:ph idx="14" type="body"/>
          </p:nvPr>
        </p:nvSpPr>
        <p:spPr>
          <a:xfrm>
            <a:off x="392672" y="2983499"/>
            <a:ext cx="1427907" cy="230833"/>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62626"/>
              </a:buClr>
              <a:buSzPts val="1100"/>
              <a:buNone/>
            </a:pPr>
            <a:r>
              <a:rPr lang="en" b="1"/>
              <a:t>Foundation</a:t>
            </a:r>
            <a:endParaRPr/>
          </a:p>
        </p:txBody>
      </p:sp>
      <p:sp>
        <p:nvSpPr>
          <p:cNvPr id="498" name="Google Shape;498;p40"/>
          <p:cNvSpPr txBox="1"/>
          <p:nvPr>
            <p:ph idx="15" type="body"/>
          </p:nvPr>
        </p:nvSpPr>
        <p:spPr>
          <a:xfrm>
            <a:off x="390526" y="3214332"/>
            <a:ext cx="1428750" cy="1414818"/>
          </a:xfrm>
          <a:prstGeom prst="rect">
            <a:avLst/>
          </a:prstGeom>
          <a:noFill/>
          <a:ln>
            <a:noFill/>
          </a:ln>
        </p:spPr>
        <p:txBody>
          <a:bodyPr anchorCtr="0" anchor="t" bIns="34275" lIns="68575" spcFirstLastPara="1" rIns="68575" wrap="square" tIns="34275">
            <a:noAutofit/>
          </a:bodyPr>
          <a:lstStyle/>
          <a:p>
            <a:pPr indent="0" lvl="0" marL="0" rtl="0" algn="ctr">
              <a:lnSpc>
                <a:spcPct val="120000"/>
              </a:lnSpc>
              <a:spcBef>
                <a:spcPts val="0"/>
              </a:spcBef>
              <a:spcAft>
                <a:spcPts val="0"/>
              </a:spcAft>
              <a:buClr>
                <a:srgbClr val="595959"/>
              </a:buClr>
              <a:buSzPts val="800"/>
              <a:buNone/>
            </a:pPr>
            <a:r>
              <a:rPr lang="en"/>
              <a:t>Product concept validated. Core AI phishing detection engine developed and tested.</a:t>
            </a:r>
            <a:endParaRPr/>
          </a:p>
        </p:txBody>
      </p:sp>
      <p:sp>
        <p:nvSpPr>
          <p:cNvPr id="499" name="Google Shape;499;p40"/>
          <p:cNvSpPr txBox="1"/>
          <p:nvPr>
            <p:ph idx="16" type="body"/>
          </p:nvPr>
        </p:nvSpPr>
        <p:spPr>
          <a:xfrm>
            <a:off x="2081282" y="2983499"/>
            <a:ext cx="1427907" cy="230833"/>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62626"/>
              </a:buClr>
              <a:buSzPts val="1100"/>
              <a:buNone/>
            </a:pPr>
            <a:r>
              <a:rPr lang="en" b="1"/>
              <a:t>Launch</a:t>
            </a:r>
            <a:endParaRPr/>
          </a:p>
        </p:txBody>
      </p:sp>
      <p:sp>
        <p:nvSpPr>
          <p:cNvPr id="500" name="Google Shape;500;p40"/>
          <p:cNvSpPr txBox="1"/>
          <p:nvPr>
            <p:ph idx="17" type="body"/>
          </p:nvPr>
        </p:nvSpPr>
        <p:spPr>
          <a:xfrm>
            <a:off x="2079135" y="3214332"/>
            <a:ext cx="1428750" cy="1414818"/>
          </a:xfrm>
          <a:prstGeom prst="rect">
            <a:avLst/>
          </a:prstGeom>
          <a:noFill/>
          <a:ln>
            <a:noFill/>
          </a:ln>
        </p:spPr>
        <p:txBody>
          <a:bodyPr anchorCtr="0" anchor="t" bIns="34275" lIns="68575" spcFirstLastPara="1" rIns="68575" wrap="square" tIns="34275">
            <a:noAutofit/>
          </a:bodyPr>
          <a:lstStyle/>
          <a:p>
            <a:pPr indent="0" lvl="0" marL="0" rtl="0" algn="ctr">
              <a:lnSpc>
                <a:spcPct val="120000"/>
              </a:lnSpc>
              <a:spcBef>
                <a:spcPts val="0"/>
              </a:spcBef>
              <a:spcAft>
                <a:spcPts val="0"/>
              </a:spcAft>
              <a:buClr>
                <a:srgbClr val="595959"/>
              </a:buClr>
              <a:buSzPts val="800"/>
              <a:buNone/>
            </a:pPr>
            <a:r>
              <a:rPr lang="en"/>
              <a:t>Public launch of browser extension. Gmail integration live. Free and Premium tiers available.</a:t>
            </a:r>
            <a:endParaRPr/>
          </a:p>
        </p:txBody>
      </p:sp>
      <p:sp>
        <p:nvSpPr>
          <p:cNvPr id="501" name="Google Shape;501;p40"/>
          <p:cNvSpPr txBox="1"/>
          <p:nvPr>
            <p:ph idx="18" type="body"/>
          </p:nvPr>
        </p:nvSpPr>
        <p:spPr>
          <a:xfrm>
            <a:off x="3771195" y="2983499"/>
            <a:ext cx="1427907" cy="230833"/>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62626"/>
              </a:buClr>
              <a:buSzPts val="1100"/>
              <a:buNone/>
            </a:pPr>
            <a:r>
              <a:rPr lang="en" b="1"/>
              <a:t>Growth</a:t>
            </a:r>
            <a:endParaRPr/>
          </a:p>
        </p:txBody>
      </p:sp>
      <p:sp>
        <p:nvSpPr>
          <p:cNvPr id="502" name="Google Shape;502;p40"/>
          <p:cNvSpPr txBox="1"/>
          <p:nvPr>
            <p:ph idx="19" type="body"/>
          </p:nvPr>
        </p:nvSpPr>
        <p:spPr>
          <a:xfrm>
            <a:off x="3769049" y="3214332"/>
            <a:ext cx="1428750" cy="1414818"/>
          </a:xfrm>
          <a:prstGeom prst="rect">
            <a:avLst/>
          </a:prstGeom>
          <a:noFill/>
          <a:ln>
            <a:noFill/>
          </a:ln>
        </p:spPr>
        <p:txBody>
          <a:bodyPr anchorCtr="0" anchor="t" bIns="34275" lIns="68575" spcFirstLastPara="1" rIns="68575" wrap="square" tIns="34275">
            <a:noAutofit/>
          </a:bodyPr>
          <a:lstStyle/>
          <a:p>
            <a:pPr indent="0" lvl="0" marL="0" rtl="0" algn="ctr">
              <a:lnSpc>
                <a:spcPct val="120000"/>
              </a:lnSpc>
              <a:spcBef>
                <a:spcPts val="0"/>
              </a:spcBef>
              <a:spcAft>
                <a:spcPts val="0"/>
              </a:spcAft>
              <a:buClr>
                <a:srgbClr val="595959"/>
              </a:buClr>
              <a:buSzPts val="800"/>
              <a:buNone/>
            </a:pPr>
            <a:r>
              <a:rPr lang="en"/>
              <a:t>Expand to Outlook and Yahoo Mail. Enterprise pilot program. 100K user milestone.</a:t>
            </a:r>
            <a:endParaRPr/>
          </a:p>
        </p:txBody>
      </p:sp>
      <p:sp>
        <p:nvSpPr>
          <p:cNvPr id="503" name="Google Shape;503;p40"/>
          <p:cNvSpPr txBox="1"/>
          <p:nvPr>
            <p:ph idx="20" type="body"/>
          </p:nvPr>
        </p:nvSpPr>
        <p:spPr>
          <a:xfrm>
            <a:off x="5461108" y="2983499"/>
            <a:ext cx="1427907" cy="230833"/>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62626"/>
              </a:buClr>
              <a:buSzPts val="1100"/>
              <a:buNone/>
            </a:pPr>
            <a:r>
              <a:rPr lang="en" b="1"/>
              <a:t>Scale</a:t>
            </a:r>
            <a:endParaRPr/>
          </a:p>
        </p:txBody>
      </p:sp>
      <p:sp>
        <p:nvSpPr>
          <p:cNvPr id="504" name="Google Shape;504;p40"/>
          <p:cNvSpPr txBox="1"/>
          <p:nvPr>
            <p:ph idx="21" type="body"/>
          </p:nvPr>
        </p:nvSpPr>
        <p:spPr>
          <a:xfrm>
            <a:off x="5458962" y="3214332"/>
            <a:ext cx="1428750" cy="1414818"/>
          </a:xfrm>
          <a:prstGeom prst="rect">
            <a:avLst/>
          </a:prstGeom>
          <a:noFill/>
          <a:ln>
            <a:noFill/>
          </a:ln>
        </p:spPr>
        <p:txBody>
          <a:bodyPr anchorCtr="0" anchor="t" bIns="34275" lIns="68575" spcFirstLastPara="1" rIns="68575" wrap="square" tIns="34275">
            <a:noAutofit/>
          </a:bodyPr>
          <a:lstStyle/>
          <a:p>
            <a:pPr indent="0" lvl="0" marL="0" rtl="0" algn="ctr">
              <a:lnSpc>
                <a:spcPct val="120000"/>
              </a:lnSpc>
              <a:spcBef>
                <a:spcPts val="0"/>
              </a:spcBef>
              <a:spcAft>
                <a:spcPts val="0"/>
              </a:spcAft>
              <a:buClr>
                <a:srgbClr val="595959"/>
              </a:buClr>
              <a:buSzPts val="800"/>
              <a:buNone/>
            </a:pPr>
            <a:r>
              <a:rPr lang="en"/>
              <a:t>Mobile app launch. API for enterprise integration. Strategic partnerships with email providers.</a:t>
            </a:r>
            <a:endParaRPr/>
          </a:p>
        </p:txBody>
      </p:sp>
      <p:sp>
        <p:nvSpPr>
          <p:cNvPr id="505" name="Google Shape;505;p40"/>
          <p:cNvSpPr txBox="1"/>
          <p:nvPr>
            <p:ph idx="22" type="body"/>
          </p:nvPr>
        </p:nvSpPr>
        <p:spPr>
          <a:xfrm>
            <a:off x="7147572" y="2983499"/>
            <a:ext cx="1427907" cy="230833"/>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62626"/>
              </a:buClr>
              <a:buSzPts val="1100"/>
              <a:buNone/>
            </a:pPr>
            <a:r>
              <a:rPr lang="en" b="1"/>
              <a:t>Market Leader</a:t>
            </a:r>
            <a:endParaRPr/>
          </a:p>
        </p:txBody>
      </p:sp>
      <p:sp>
        <p:nvSpPr>
          <p:cNvPr id="506" name="Google Shape;506;p40"/>
          <p:cNvSpPr txBox="1"/>
          <p:nvPr>
            <p:ph idx="23" type="body"/>
          </p:nvPr>
        </p:nvSpPr>
        <p:spPr>
          <a:xfrm>
            <a:off x="7145426" y="3214332"/>
            <a:ext cx="1428750" cy="1414818"/>
          </a:xfrm>
          <a:prstGeom prst="rect">
            <a:avLst/>
          </a:prstGeom>
          <a:noFill/>
          <a:ln>
            <a:noFill/>
          </a:ln>
        </p:spPr>
        <p:txBody>
          <a:bodyPr anchorCtr="0" anchor="t" bIns="34275" lIns="68575" spcFirstLastPara="1" rIns="68575" wrap="square" tIns="34275">
            <a:noAutofit/>
          </a:bodyPr>
          <a:lstStyle/>
          <a:p>
            <a:pPr indent="0" lvl="0" marL="0" rtl="0" algn="ctr">
              <a:lnSpc>
                <a:spcPct val="120000"/>
              </a:lnSpc>
              <a:spcBef>
                <a:spcPts val="0"/>
              </a:spcBef>
              <a:spcAft>
                <a:spcPts val="0"/>
              </a:spcAft>
              <a:buClr>
                <a:srgbClr val="595959"/>
              </a:buClr>
              <a:buSzPts val="800"/>
              <a:buNone/>
            </a:pPr>
            <a:r>
              <a:rPr lang="en"/>
              <a:t>Multi-language support. Global expansion. 1M+ users. Category-defining brand in email safety.</a:t>
            </a:r>
            <a:endParaRPr/>
          </a:p>
        </p:txBody>
      </p:sp>
      <p:sp>
        <p:nvSpPr>
          <p:cNvPr id="507" name="Google Shape;507;p40"/>
          <p:cNvSpPr txBox="1"/>
          <p:nvPr>
            <p:ph idx="24" type="body"/>
          </p:nvPr>
        </p:nvSpPr>
        <p:spPr>
          <a:xfrm>
            <a:off x="2699147" y="1009295"/>
            <a:ext cx="3745707" cy="230833"/>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chemeClr val="accent3"/>
              </a:buClr>
              <a:buSzPts val="1100"/>
              <a:buNone/>
            </a:pPr>
            <a:r>
              <a:rPr lang="en"/>
              <a:t>Building the future of email safety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1"/>
          <p:cNvSpPr txBox="1"/>
          <p:nvPr>
            <p:ph type="title"/>
          </p:nvPr>
        </p:nvSpPr>
        <p:spPr>
          <a:xfrm>
            <a:off x="514349" y="520700"/>
            <a:ext cx="8115299" cy="488595"/>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Clr>
                <a:schemeClr val="dk1"/>
              </a:buClr>
              <a:buSzPts val="3000"/>
              <a:buFont typeface="Poppins"/>
              <a:buNone/>
            </a:pPr>
            <a:r>
              <a:rPr lang="en" b="1"/>
              <a:t>The Clarity You Need, At a Glance</a:t>
            </a:r>
            <a:endParaRPr/>
          </a:p>
        </p:txBody>
      </p:sp>
      <p:sp>
        <p:nvSpPr>
          <p:cNvPr id="513" name="Google Shape;513;p41"/>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 2025 PhishArmor. All rights reserved.</a:t>
            </a:r>
            <a:endParaRPr/>
          </a:p>
        </p:txBody>
      </p:sp>
      <p:sp>
        <p:nvSpPr>
          <p:cNvPr id="514" name="Google Shape;514;p41"/>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515" name="Google Shape;515;p41"/>
          <p:cNvPicPr preferRelativeResize="0"/>
          <p:nvPr>
            <p:ph idx="2" type="pic"/>
          </p:nvPr>
        </p:nvPicPr>
        <p:blipFill rotWithShape="1">
          <a:blip r:embed="rId3">
            <a:alphaModFix/>
          </a:blip>
          <a:srcRect b="0" l="0" r="0" t="0"/>
          <a:stretch/>
        </p:blipFill>
        <p:spPr>
          <a:xfrm>
            <a:off x="668475" y="1339516"/>
            <a:ext cx="342900" cy="342900"/>
          </a:xfrm>
          <a:prstGeom prst="rect">
            <a:avLst/>
          </a:prstGeom>
          <a:noFill/>
          <a:ln>
            <a:noFill/>
          </a:ln>
        </p:spPr>
      </p:pic>
      <p:sp>
        <p:nvSpPr>
          <p:cNvPr id="516" name="Google Shape;516;p41"/>
          <p:cNvSpPr txBox="1"/>
          <p:nvPr>
            <p:ph idx="1" type="body"/>
          </p:nvPr>
        </p:nvSpPr>
        <p:spPr>
          <a:xfrm>
            <a:off x="590454" y="1830413"/>
            <a:ext cx="2286594"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Sender Verification</a:t>
            </a:r>
            <a:endParaRPr/>
          </a:p>
        </p:txBody>
      </p:sp>
      <p:sp>
        <p:nvSpPr>
          <p:cNvPr id="517" name="Google Shape;517;p41"/>
          <p:cNvSpPr txBox="1"/>
          <p:nvPr>
            <p:ph idx="3" type="body"/>
          </p:nvPr>
        </p:nvSpPr>
        <p:spPr>
          <a:xfrm>
            <a:off x="588308" y="2061246"/>
            <a:ext cx="2287944" cy="670183"/>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Verifies sender identity, analyzing domain reputation and detecting signs of impersonation so you can trust the source.</a:t>
            </a:r>
            <a:endParaRPr/>
          </a:p>
        </p:txBody>
      </p:sp>
      <p:pic>
        <p:nvPicPr>
          <p:cNvPr id="518" name="Google Shape;518;p41"/>
          <p:cNvPicPr preferRelativeResize="0"/>
          <p:nvPr>
            <p:ph idx="4" type="pic"/>
          </p:nvPr>
        </p:nvPicPr>
        <p:blipFill rotWithShape="1">
          <a:blip r:embed="rId4">
            <a:alphaModFix/>
          </a:blip>
          <a:srcRect b="0" l="0" r="0" t="0"/>
          <a:stretch/>
        </p:blipFill>
        <p:spPr>
          <a:xfrm>
            <a:off x="3507399" y="1339515"/>
            <a:ext cx="342900" cy="342900"/>
          </a:xfrm>
          <a:prstGeom prst="rect">
            <a:avLst/>
          </a:prstGeom>
          <a:noFill/>
          <a:ln>
            <a:noFill/>
          </a:ln>
        </p:spPr>
      </p:pic>
      <p:sp>
        <p:nvSpPr>
          <p:cNvPr id="519" name="Google Shape;519;p41"/>
          <p:cNvSpPr txBox="1"/>
          <p:nvPr>
            <p:ph idx="5" type="body"/>
          </p:nvPr>
        </p:nvSpPr>
        <p:spPr>
          <a:xfrm>
            <a:off x="3429378" y="1830413"/>
            <a:ext cx="2286594"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Safe Link Checking</a:t>
            </a:r>
            <a:endParaRPr/>
          </a:p>
        </p:txBody>
      </p:sp>
      <p:sp>
        <p:nvSpPr>
          <p:cNvPr id="520" name="Google Shape;520;p41"/>
          <p:cNvSpPr txBox="1"/>
          <p:nvPr>
            <p:ph idx="6" type="body"/>
          </p:nvPr>
        </p:nvSpPr>
        <p:spPr>
          <a:xfrm>
            <a:off x="3427232" y="2061245"/>
            <a:ext cx="2287944" cy="670183"/>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Every link is scanned against massive threat databases. See the true destination and safety status before you click.</a:t>
            </a:r>
            <a:endParaRPr/>
          </a:p>
        </p:txBody>
      </p:sp>
      <p:pic>
        <p:nvPicPr>
          <p:cNvPr id="521" name="Google Shape;521;p41"/>
          <p:cNvPicPr preferRelativeResize="0"/>
          <p:nvPr>
            <p:ph idx="7" type="pic"/>
          </p:nvPr>
        </p:nvPicPr>
        <p:blipFill rotWithShape="1">
          <a:blip r:embed="rId5">
            <a:alphaModFix/>
          </a:blip>
          <a:srcRect b="0" l="0" r="0" t="0"/>
          <a:stretch/>
        </p:blipFill>
        <p:spPr>
          <a:xfrm>
            <a:off x="6347915" y="1339516"/>
            <a:ext cx="342900" cy="342900"/>
          </a:xfrm>
          <a:prstGeom prst="rect">
            <a:avLst/>
          </a:prstGeom>
          <a:noFill/>
          <a:ln>
            <a:noFill/>
          </a:ln>
        </p:spPr>
      </p:pic>
      <p:sp>
        <p:nvSpPr>
          <p:cNvPr id="522" name="Google Shape;522;p41"/>
          <p:cNvSpPr txBox="1"/>
          <p:nvPr>
            <p:ph idx="8" type="body"/>
          </p:nvPr>
        </p:nvSpPr>
        <p:spPr>
          <a:xfrm>
            <a:off x="6269894" y="1830413"/>
            <a:ext cx="2286594"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Content Analysis</a:t>
            </a:r>
            <a:endParaRPr/>
          </a:p>
        </p:txBody>
      </p:sp>
      <p:sp>
        <p:nvSpPr>
          <p:cNvPr id="523" name="Google Shape;523;p41"/>
          <p:cNvSpPr txBox="1"/>
          <p:nvPr>
            <p:ph idx="9" type="body"/>
          </p:nvPr>
        </p:nvSpPr>
        <p:spPr>
          <a:xfrm>
            <a:off x="6267748" y="2061246"/>
            <a:ext cx="2287944" cy="670183"/>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AI reads between the lines, identifying manipulative language, suspicious requests, and common phishing patterns.</a:t>
            </a:r>
            <a:endParaRPr/>
          </a:p>
        </p:txBody>
      </p:sp>
      <p:pic>
        <p:nvPicPr>
          <p:cNvPr id="524" name="Google Shape;524;p41"/>
          <p:cNvPicPr preferRelativeResize="0"/>
          <p:nvPr>
            <p:ph idx="13" type="pic"/>
          </p:nvPr>
        </p:nvPicPr>
        <p:blipFill rotWithShape="1">
          <a:blip r:embed="rId6">
            <a:alphaModFix/>
          </a:blip>
          <a:srcRect b="0" l="0" r="0" t="0"/>
          <a:stretch/>
        </p:blipFill>
        <p:spPr>
          <a:xfrm>
            <a:off x="668475" y="3172653"/>
            <a:ext cx="342900" cy="342900"/>
          </a:xfrm>
          <a:prstGeom prst="rect">
            <a:avLst/>
          </a:prstGeom>
          <a:noFill/>
          <a:ln>
            <a:noFill/>
          </a:ln>
        </p:spPr>
      </p:pic>
      <p:sp>
        <p:nvSpPr>
          <p:cNvPr id="525" name="Google Shape;525;p41"/>
          <p:cNvSpPr txBox="1"/>
          <p:nvPr>
            <p:ph idx="14" type="body"/>
          </p:nvPr>
        </p:nvSpPr>
        <p:spPr>
          <a:xfrm>
            <a:off x="590454" y="3663550"/>
            <a:ext cx="2286594"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Real-Time Detection</a:t>
            </a:r>
            <a:endParaRPr/>
          </a:p>
        </p:txBody>
      </p:sp>
      <p:sp>
        <p:nvSpPr>
          <p:cNvPr id="526" name="Google Shape;526;p41"/>
          <p:cNvSpPr txBox="1"/>
          <p:nvPr>
            <p:ph idx="15" type="body"/>
          </p:nvPr>
        </p:nvSpPr>
        <p:spPr>
          <a:xfrm>
            <a:off x="588308" y="3894383"/>
            <a:ext cx="2287944" cy="670183"/>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Instant threat analysis as emails arrive. No delays, no waiting, just immediate protection.</a:t>
            </a:r>
            <a:endParaRPr/>
          </a:p>
        </p:txBody>
      </p:sp>
      <p:pic>
        <p:nvPicPr>
          <p:cNvPr id="527" name="Google Shape;527;p41"/>
          <p:cNvPicPr preferRelativeResize="0"/>
          <p:nvPr>
            <p:ph idx="16" type="pic"/>
          </p:nvPr>
        </p:nvPicPr>
        <p:blipFill rotWithShape="1">
          <a:blip r:embed="rId7">
            <a:alphaModFix/>
          </a:blip>
          <a:srcRect b="0" l="0" r="0" t="0"/>
          <a:stretch/>
        </p:blipFill>
        <p:spPr>
          <a:xfrm>
            <a:off x="3507399" y="3172653"/>
            <a:ext cx="342900" cy="342900"/>
          </a:xfrm>
          <a:prstGeom prst="rect">
            <a:avLst/>
          </a:prstGeom>
          <a:noFill/>
          <a:ln>
            <a:noFill/>
          </a:ln>
        </p:spPr>
      </p:pic>
      <p:sp>
        <p:nvSpPr>
          <p:cNvPr id="528" name="Google Shape;528;p41"/>
          <p:cNvSpPr txBox="1"/>
          <p:nvPr>
            <p:ph idx="17" type="body"/>
          </p:nvPr>
        </p:nvSpPr>
        <p:spPr>
          <a:xfrm>
            <a:off x="3429378" y="3663550"/>
            <a:ext cx="2286594"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Traffic Light Signal</a:t>
            </a:r>
            <a:endParaRPr/>
          </a:p>
        </p:txBody>
      </p:sp>
      <p:sp>
        <p:nvSpPr>
          <p:cNvPr id="529" name="Google Shape;529;p41"/>
          <p:cNvSpPr txBox="1"/>
          <p:nvPr>
            <p:ph idx="18" type="body"/>
          </p:nvPr>
        </p:nvSpPr>
        <p:spPr>
          <a:xfrm>
            <a:off x="3427232" y="3894383"/>
            <a:ext cx="2287944" cy="670183"/>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Complex analysis distilled into simple Green, Yellow, Red indicators right in your inbox.</a:t>
            </a:r>
            <a:endParaRPr/>
          </a:p>
        </p:txBody>
      </p:sp>
      <p:pic>
        <p:nvPicPr>
          <p:cNvPr id="530" name="Google Shape;530;p41"/>
          <p:cNvPicPr preferRelativeResize="0"/>
          <p:nvPr>
            <p:ph idx="19" type="pic"/>
          </p:nvPr>
        </p:nvPicPr>
        <p:blipFill rotWithShape="1">
          <a:blip r:embed="rId8">
            <a:alphaModFix/>
          </a:blip>
          <a:srcRect b="0" l="0" r="0" t="0"/>
          <a:stretch/>
        </p:blipFill>
        <p:spPr>
          <a:xfrm>
            <a:off x="6347915" y="3172653"/>
            <a:ext cx="342900" cy="342900"/>
          </a:xfrm>
          <a:prstGeom prst="rect">
            <a:avLst/>
          </a:prstGeom>
          <a:noFill/>
          <a:ln>
            <a:noFill/>
          </a:ln>
        </p:spPr>
      </p:pic>
      <p:sp>
        <p:nvSpPr>
          <p:cNvPr id="531" name="Google Shape;531;p41"/>
          <p:cNvSpPr txBox="1"/>
          <p:nvPr>
            <p:ph idx="20" type="body"/>
          </p:nvPr>
        </p:nvSpPr>
        <p:spPr>
          <a:xfrm>
            <a:off x="6269894" y="3663550"/>
            <a:ext cx="2286594"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Detailed Reports</a:t>
            </a:r>
            <a:endParaRPr/>
          </a:p>
        </p:txBody>
      </p:sp>
      <p:sp>
        <p:nvSpPr>
          <p:cNvPr id="532" name="Google Shape;532;p41"/>
          <p:cNvSpPr txBox="1"/>
          <p:nvPr>
            <p:ph idx="21" type="body"/>
          </p:nvPr>
        </p:nvSpPr>
        <p:spPr>
          <a:xfrm>
            <a:off x="6267748" y="3894383"/>
            <a:ext cx="2287944" cy="670183"/>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Go beyond the signal. Full breakdown of why an email was flagged, so you understand the risk.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3"/>
          <p:cNvSpPr txBox="1"/>
          <p:nvPr>
            <p:ph type="title"/>
          </p:nvPr>
        </p:nvSpPr>
        <p:spPr>
          <a:xfrm>
            <a:off x="514350" y="520700"/>
            <a:ext cx="4001936" cy="904094"/>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Poppins"/>
              <a:buNone/>
            </a:pPr>
            <a:r>
              <a:rPr lang="en" b="1"/>
              <a:t>Your Email Safety Report</a:t>
            </a:r>
            <a:endParaRPr/>
          </a:p>
        </p:txBody>
      </p:sp>
      <p:sp>
        <p:nvSpPr>
          <p:cNvPr id="560" name="Google Shape;560;p43"/>
          <p:cNvSpPr txBox="1"/>
          <p:nvPr>
            <p:ph idx="1" type="body"/>
          </p:nvPr>
        </p:nvSpPr>
        <p:spPr>
          <a:xfrm>
            <a:off x="514350" y="1424794"/>
            <a:ext cx="3086100"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1100"/>
              <a:buNone/>
            </a:pPr>
            <a:r>
              <a:rPr lang="en" b="1"/>
              <a:t>See exactly why an email is safe, suspicious, or dangerous</a:t>
            </a:r>
            <a:endParaRPr/>
          </a:p>
        </p:txBody>
      </p:sp>
      <p:sp>
        <p:nvSpPr>
          <p:cNvPr id="561" name="Google Shape;561;p43"/>
          <p:cNvSpPr txBox="1"/>
          <p:nvPr>
            <p:ph idx="2" type="body"/>
          </p:nvPr>
        </p:nvSpPr>
        <p:spPr>
          <a:xfrm>
            <a:off x="514350" y="2208806"/>
            <a:ext cx="3565944"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lt1"/>
              </a:buClr>
              <a:buSzPts val="1100"/>
              <a:buNone/>
            </a:pPr>
            <a:r>
              <a:rPr lang="en" b="1"/>
              <a:t>Instant Risk Assessment</a:t>
            </a:r>
            <a:endParaRPr/>
          </a:p>
        </p:txBody>
      </p:sp>
      <p:sp>
        <p:nvSpPr>
          <p:cNvPr id="562" name="Google Shape;562;p43"/>
          <p:cNvSpPr txBox="1"/>
          <p:nvPr>
            <p:ph idx="3" type="body"/>
          </p:nvPr>
        </p:nvSpPr>
        <p:spPr>
          <a:xfrm>
            <a:off x="514349" y="2439638"/>
            <a:ext cx="3568049" cy="2183161"/>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D8D8D8"/>
              </a:buClr>
              <a:buSzPts val="800"/>
              <a:buNone/>
            </a:pPr>
            <a:r>
              <a:rPr lang="en"/>
              <a:t>Every email gets a comprehensive safety analysis. PhishArmor checks sender verification, scans all links against threat databases, detects urgency and deception in content, and matches against known phishing patterns. The result is a clear, actionable report you can trust.</a:t>
            </a:r>
            <a:endParaRPr/>
          </a:p>
          <a:p>
            <a:pPr indent="0" lvl="0" marL="0" rtl="0" algn="l">
              <a:lnSpc>
                <a:spcPct val="120000"/>
              </a:lnSpc>
              <a:spcBef>
                <a:spcPts val="600"/>
              </a:spcBef>
              <a:spcAft>
                <a:spcPts val="0"/>
              </a:spcAft>
              <a:buClr>
                <a:srgbClr val="D8D8D8"/>
              </a:buClr>
              <a:buSzPts val="800"/>
              <a:buNone/>
            </a:pPr>
            <a:r>
              <a:rPr lang="en"/>
              <a:t>The browser extension works seamlessly with Gmail and other major email providers. No complex setup, just install and start seeing your email traffic light.</a:t>
            </a:r>
            <a:endParaRPr/>
          </a:p>
        </p:txBody>
      </p:sp>
      <p:pic>
        <p:nvPicPr>
          <p:cNvPr descr="A group of people drinking beverages  AI-generated content may be incorrect." id="563" name="Google Shape;563;p43"/>
          <p:cNvPicPr preferRelativeResize="0"/>
          <p:nvPr>
            <p:ph idx="4" type="pic"/>
          </p:nvPr>
        </p:nvPicPr>
        <p:blipFill rotWithShape="1">
          <a:blip r:embed="rId3">
            <a:alphaModFix/>
          </a:blip>
          <a:srcRect b="19539" l="0" r="0" t="5655"/>
          <a:stretch/>
        </p:blipFill>
        <p:spPr>
          <a:xfrm>
            <a:off x="6156416" y="771524"/>
            <a:ext cx="3033773" cy="3400202"/>
          </a:xfrm>
          <a:prstGeom prst="rect">
            <a:avLst/>
          </a:prstGeom>
          <a:solidFill>
            <a:srgbClr val="AEAEAE"/>
          </a:solidFill>
          <a:ln>
            <a:noFill/>
          </a:ln>
        </p:spPr>
      </p:pic>
      <p:sp>
        <p:nvSpPr>
          <p:cNvPr id="564" name="Google Shape;564;p43"/>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 2025 PhishArmor. All rights reserved.</a:t>
            </a:r>
            <a:endParaRPr/>
          </a:p>
        </p:txBody>
      </p:sp>
      <p:sp>
        <p:nvSpPr>
          <p:cNvPr id="565" name="Google Shape;565;p43"/>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566" name="Google Shape;566;p43"/>
          <p:cNvPicPr preferRelativeResize="0"/>
          <p:nvPr/>
        </p:nvPicPr>
        <p:blipFill rotWithShape="1">
          <a:blip r:embed="rId4">
            <a:alphaModFix/>
          </a:blip>
          <a:srcRect b="0" l="0" r="45114" t="0"/>
          <a:stretch/>
        </p:blipFill>
        <p:spPr>
          <a:xfrm>
            <a:off x="5330475" y="542925"/>
            <a:ext cx="3859715" cy="4104037"/>
          </a:xfrm>
          <a:custGeom>
            <a:rect b="b" l="l" r="r" t="t"/>
            <a:pathLst>
              <a:path extrusionOk="0" h="5472049" w="5146287">
                <a:moveTo>
                  <a:pt x="0" y="0"/>
                </a:moveTo>
                <a:lnTo>
                  <a:pt x="5146287" y="0"/>
                </a:lnTo>
                <a:lnTo>
                  <a:pt x="5146287" y="300312"/>
                </a:lnTo>
                <a:lnTo>
                  <a:pt x="1119456" y="300312"/>
                </a:lnTo>
                <a:lnTo>
                  <a:pt x="1119456" y="4816034"/>
                </a:lnTo>
                <a:lnTo>
                  <a:pt x="5146287" y="4816034"/>
                </a:lnTo>
                <a:lnTo>
                  <a:pt x="5146287" y="5472049"/>
                </a:lnTo>
                <a:lnTo>
                  <a:pt x="0" y="5472049"/>
                </a:lnTo>
                <a:close/>
              </a:path>
            </a:pathLst>
          </a:custGeom>
          <a:noFill/>
          <a:ln>
            <a:noFill/>
          </a:ln>
        </p:spPr>
      </p:pic>
      <p:pic>
        <p:nvPicPr>
          <p:cNvPr id="567" name="Google Shape;567;p43"/>
          <p:cNvPicPr preferRelativeResize="0"/>
          <p:nvPr>
            <p:ph idx="5" type="pic"/>
          </p:nvPr>
        </p:nvPicPr>
        <p:blipFill rotWithShape="1">
          <a:blip r:embed="rId5">
            <a:alphaModFix/>
          </a:blip>
          <a:srcRect b="0" l="6040" r="6040" t="0"/>
          <a:stretch/>
        </p:blipFill>
        <p:spPr>
          <a:xfrm>
            <a:off x="4958177" y="1519690"/>
            <a:ext cx="1458363" cy="3042050"/>
          </a:xfrm>
          <a:prstGeom prst="rect">
            <a:avLst/>
          </a:prstGeom>
          <a:solidFill>
            <a:srgbClr val="AEAEAE"/>
          </a:solidFill>
          <a:ln>
            <a:noFill/>
          </a:ln>
        </p:spPr>
      </p:pic>
      <p:pic>
        <p:nvPicPr>
          <p:cNvPr id="568" name="Google Shape;568;p43"/>
          <p:cNvPicPr preferRelativeResize="0"/>
          <p:nvPr/>
        </p:nvPicPr>
        <p:blipFill rotWithShape="1">
          <a:blip r:embed="rId6">
            <a:alphaModFix/>
          </a:blip>
          <a:srcRect b="0" l="0" r="0" t="0"/>
          <a:stretch/>
        </p:blipFill>
        <p:spPr>
          <a:xfrm>
            <a:off x="4896589" y="1432313"/>
            <a:ext cx="1591399" cy="3209544"/>
          </a:xfrm>
          <a:custGeom>
            <a:rect b="b" l="l" r="r" t="t"/>
            <a:pathLst>
              <a:path extrusionOk="0" h="5486400" w="2720340">
                <a:moveTo>
                  <a:pt x="406723" y="167078"/>
                </a:moveTo>
                <a:cubicBezTo>
                  <a:pt x="276794" y="167078"/>
                  <a:pt x="171422" y="272427"/>
                  <a:pt x="171422" y="402381"/>
                </a:cubicBezTo>
                <a:lnTo>
                  <a:pt x="171422" y="5031810"/>
                </a:lnTo>
                <a:cubicBezTo>
                  <a:pt x="171422" y="5167736"/>
                  <a:pt x="281627" y="5277929"/>
                  <a:pt x="417543" y="5277929"/>
                </a:cubicBezTo>
                <a:lnTo>
                  <a:pt x="2311154" y="5277929"/>
                </a:lnTo>
                <a:cubicBezTo>
                  <a:pt x="2447068" y="5277929"/>
                  <a:pt x="2557274" y="5167736"/>
                  <a:pt x="2557274" y="5031810"/>
                </a:cubicBezTo>
                <a:lnTo>
                  <a:pt x="2557274" y="402381"/>
                </a:lnTo>
                <a:cubicBezTo>
                  <a:pt x="2557274" y="402041"/>
                  <a:pt x="2557274" y="401701"/>
                  <a:pt x="2557274" y="401361"/>
                </a:cubicBezTo>
                <a:cubicBezTo>
                  <a:pt x="2556765" y="271408"/>
                  <a:pt x="2450884" y="166516"/>
                  <a:pt x="2320953" y="167078"/>
                </a:cubicBezTo>
                <a:lnTo>
                  <a:pt x="2063763" y="167078"/>
                </a:lnTo>
                <a:cubicBezTo>
                  <a:pt x="2035639" y="167078"/>
                  <a:pt x="2012859" y="189870"/>
                  <a:pt x="2012859" y="217982"/>
                </a:cubicBezTo>
                <a:cubicBezTo>
                  <a:pt x="2012859" y="292273"/>
                  <a:pt x="1952666" y="352496"/>
                  <a:pt x="1878345" y="352496"/>
                </a:cubicBezTo>
                <a:lnTo>
                  <a:pt x="849586" y="352496"/>
                </a:lnTo>
                <a:cubicBezTo>
                  <a:pt x="775265" y="352496"/>
                  <a:pt x="715072" y="292273"/>
                  <a:pt x="715072" y="217982"/>
                </a:cubicBezTo>
                <a:cubicBezTo>
                  <a:pt x="715072" y="189870"/>
                  <a:pt x="692293" y="167078"/>
                  <a:pt x="664169" y="167078"/>
                </a:cubicBezTo>
                <a:close/>
                <a:moveTo>
                  <a:pt x="0" y="0"/>
                </a:moveTo>
                <a:lnTo>
                  <a:pt x="2720340" y="0"/>
                </a:lnTo>
                <a:lnTo>
                  <a:pt x="2720340" y="5486400"/>
                </a:lnTo>
                <a:lnTo>
                  <a:pt x="0" y="5486400"/>
                </a:lnTo>
                <a:close/>
              </a:path>
            </a:pathLst>
          </a:cu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5"/>
          <p:cNvSpPr txBox="1"/>
          <p:nvPr>
            <p:ph type="title"/>
          </p:nvPr>
        </p:nvSpPr>
        <p:spPr>
          <a:xfrm>
            <a:off x="514349" y="520700"/>
            <a:ext cx="6324601" cy="488595"/>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lt1"/>
              </a:buClr>
              <a:buSzPts val="3000"/>
              <a:buFont typeface="Poppins"/>
              <a:buNone/>
            </a:pPr>
            <a:r>
              <a:rPr lang="en" b="1"/>
              <a:t>Who We Protect</a:t>
            </a:r>
            <a:endParaRPr/>
          </a:p>
        </p:txBody>
      </p:sp>
      <p:sp>
        <p:nvSpPr>
          <p:cNvPr id="594" name="Google Shape;594;p45"/>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 2025 PhishArmor. All rights reserved.</a:t>
            </a:r>
            <a:endParaRPr/>
          </a:p>
        </p:txBody>
      </p:sp>
      <p:sp>
        <p:nvSpPr>
          <p:cNvPr id="595" name="Google Shape;595;p45"/>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96" name="Google Shape;596;p45"/>
          <p:cNvSpPr txBox="1"/>
          <p:nvPr>
            <p:ph idx="1" type="body"/>
          </p:nvPr>
        </p:nvSpPr>
        <p:spPr>
          <a:xfrm>
            <a:off x="514350" y="1009295"/>
            <a:ext cx="3086100"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1100"/>
              <a:buNone/>
            </a:pPr>
            <a:r>
              <a:rPr lang="en" b="1"/>
              <a:t>Empowering everyone to navigate email safely</a:t>
            </a:r>
            <a:endParaRPr/>
          </a:p>
        </p:txBody>
      </p:sp>
      <p:pic>
        <p:nvPicPr>
          <p:cNvPr descr="A person writing on a chalkboard  AI-generated content may be incorrect." id="597" name="Google Shape;597;p45"/>
          <p:cNvPicPr preferRelativeResize="0"/>
          <p:nvPr>
            <p:ph idx="2" type="pic"/>
          </p:nvPr>
        </p:nvPicPr>
        <p:blipFill rotWithShape="1">
          <a:blip r:embed="rId3">
            <a:alphaModFix/>
          </a:blip>
          <a:srcRect b="12610" l="0" r="0" t="12610"/>
          <a:stretch/>
        </p:blipFill>
        <p:spPr>
          <a:xfrm>
            <a:off x="590550" y="1638300"/>
            <a:ext cx="2661373" cy="2984500"/>
          </a:xfrm>
          <a:prstGeom prst="rect">
            <a:avLst/>
          </a:prstGeom>
          <a:solidFill>
            <a:srgbClr val="AEAEAE"/>
          </a:solidFill>
          <a:ln>
            <a:noFill/>
          </a:ln>
        </p:spPr>
      </p:pic>
      <p:pic>
        <p:nvPicPr>
          <p:cNvPr id="598" name="Google Shape;598;p45"/>
          <p:cNvPicPr preferRelativeResize="0"/>
          <p:nvPr>
            <p:ph idx="3" type="pic"/>
          </p:nvPr>
        </p:nvPicPr>
        <p:blipFill rotWithShape="1">
          <a:blip r:embed="rId4">
            <a:alphaModFix/>
          </a:blip>
          <a:srcRect b="0" l="0" r="0" t="0"/>
          <a:stretch/>
        </p:blipFill>
        <p:spPr>
          <a:xfrm>
            <a:off x="3734664" y="1973546"/>
            <a:ext cx="270599" cy="270599"/>
          </a:xfrm>
          <a:prstGeom prst="rect">
            <a:avLst/>
          </a:prstGeom>
          <a:noFill/>
          <a:ln>
            <a:noFill/>
          </a:ln>
        </p:spPr>
      </p:pic>
      <p:sp>
        <p:nvSpPr>
          <p:cNvPr id="599" name="Google Shape;599;p45"/>
          <p:cNvSpPr txBox="1"/>
          <p:nvPr>
            <p:ph idx="4" type="body"/>
          </p:nvPr>
        </p:nvSpPr>
        <p:spPr>
          <a:xfrm>
            <a:off x="3592435" y="2526407"/>
            <a:ext cx="2281407"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Pain Points</a:t>
            </a:r>
            <a:endParaRPr/>
          </a:p>
        </p:txBody>
      </p:sp>
      <p:sp>
        <p:nvSpPr>
          <p:cNvPr id="600" name="Google Shape;600;p45"/>
          <p:cNvSpPr txBox="1"/>
          <p:nvPr>
            <p:ph idx="5" type="body"/>
          </p:nvPr>
        </p:nvSpPr>
        <p:spPr>
          <a:xfrm>
            <a:off x="3592547" y="2757239"/>
            <a:ext cx="2282754" cy="1791391"/>
          </a:xfrm>
          <a:prstGeom prst="rect">
            <a:avLst/>
          </a:prstGeom>
          <a:noFill/>
          <a:ln>
            <a:noFill/>
          </a:ln>
        </p:spPr>
        <p:txBody>
          <a:bodyPr anchorCtr="0" anchor="t" bIns="34275" lIns="68575" spcFirstLastPara="1" rIns="68575" wrap="square" tIns="34275">
            <a:noAutofit/>
          </a:bodyPr>
          <a:lstStyle/>
          <a:p>
            <a:pPr indent="-203200" lvl="0" marL="203200" rtl="0" algn="l">
              <a:lnSpc>
                <a:spcPct val="120000"/>
              </a:lnSpc>
              <a:spcBef>
                <a:spcPts val="0"/>
              </a:spcBef>
              <a:spcAft>
                <a:spcPts val="0"/>
              </a:spcAft>
              <a:buClr>
                <a:schemeClr val="accent1"/>
              </a:buClr>
              <a:buSzPts val="800"/>
              <a:buFont typeface="Inter"/>
              <a:buChar char="→"/>
            </a:pPr>
            <a:r>
              <a:rPr lang="en"/>
              <a:t>Sophisticated phishing bypasses traditional filters</a:t>
            </a:r>
            <a:endParaRPr/>
          </a:p>
          <a:p>
            <a:pPr indent="-203200" lvl="0" marL="203200" rtl="0" algn="l">
              <a:lnSpc>
                <a:spcPct val="120000"/>
              </a:lnSpc>
              <a:spcBef>
                <a:spcPts val="600"/>
              </a:spcBef>
              <a:spcAft>
                <a:spcPts val="0"/>
              </a:spcAft>
              <a:buClr>
                <a:schemeClr val="accent1"/>
              </a:buClr>
              <a:buSzPts val="800"/>
              <a:buFont typeface="Inter"/>
              <a:buChar char="→"/>
            </a:pPr>
            <a:r>
              <a:rPr lang="en"/>
              <a:t>Users lack tools to verify suspicious emails</a:t>
            </a:r>
            <a:endParaRPr/>
          </a:p>
          <a:p>
            <a:pPr indent="-203200" lvl="0" marL="203200" rtl="0" algn="l">
              <a:lnSpc>
                <a:spcPct val="120000"/>
              </a:lnSpc>
              <a:spcBef>
                <a:spcPts val="600"/>
              </a:spcBef>
              <a:spcAft>
                <a:spcPts val="0"/>
              </a:spcAft>
              <a:buClr>
                <a:schemeClr val="accent1"/>
              </a:buClr>
              <a:buSzPts val="800"/>
              <a:buFont typeface="Inter"/>
              <a:buChar char="→"/>
            </a:pPr>
            <a:r>
              <a:rPr lang="en"/>
              <a:t>Non-technical users are most vulnerable</a:t>
            </a:r>
            <a:endParaRPr/>
          </a:p>
          <a:p>
            <a:pPr indent="-203200" lvl="0" marL="203200" rtl="0" algn="l">
              <a:lnSpc>
                <a:spcPct val="120000"/>
              </a:lnSpc>
              <a:spcBef>
                <a:spcPts val="600"/>
              </a:spcBef>
              <a:spcAft>
                <a:spcPts val="0"/>
              </a:spcAft>
              <a:buClr>
                <a:schemeClr val="accent1"/>
              </a:buClr>
              <a:buSzPts val="800"/>
              <a:buFont typeface="Inter"/>
              <a:buChar char="→"/>
            </a:pPr>
            <a:r>
              <a:rPr lang="en"/>
              <a:t>One wrong click can lead to identity theft</a:t>
            </a:r>
            <a:endParaRPr/>
          </a:p>
          <a:p>
            <a:pPr indent="-203200" lvl="0" marL="203200" rtl="0" algn="l">
              <a:lnSpc>
                <a:spcPct val="120000"/>
              </a:lnSpc>
              <a:spcBef>
                <a:spcPts val="600"/>
              </a:spcBef>
              <a:spcAft>
                <a:spcPts val="0"/>
              </a:spcAft>
              <a:buClr>
                <a:schemeClr val="accent1"/>
              </a:buClr>
              <a:buSzPts val="800"/>
              <a:buFont typeface="Inter"/>
              <a:buChar char="→"/>
            </a:pPr>
            <a:r>
              <a:rPr lang="en"/>
              <a:t>Existing security training is not enough</a:t>
            </a:r>
            <a:endParaRPr/>
          </a:p>
          <a:p>
            <a:pPr indent="-152400" lvl="0" marL="203200" rtl="0" algn="l">
              <a:lnSpc>
                <a:spcPct val="120000"/>
              </a:lnSpc>
              <a:spcBef>
                <a:spcPts val="600"/>
              </a:spcBef>
              <a:spcAft>
                <a:spcPts val="0"/>
              </a:spcAft>
              <a:buClr>
                <a:schemeClr val="accent1"/>
              </a:buClr>
              <a:buSzPts val="800"/>
              <a:buFont typeface="Inter"/>
              <a:buNone/>
            </a:pPr>
            <a:r>
              <a:t/>
            </a:r>
            <a:endParaRPr/>
          </a:p>
        </p:txBody>
      </p:sp>
      <p:pic>
        <p:nvPicPr>
          <p:cNvPr id="601" name="Google Shape;601;p45"/>
          <p:cNvPicPr preferRelativeResize="0"/>
          <p:nvPr>
            <p:ph idx="6" type="pic"/>
          </p:nvPr>
        </p:nvPicPr>
        <p:blipFill rotWithShape="1">
          <a:blip r:embed="rId5">
            <a:alphaModFix/>
          </a:blip>
          <a:srcRect b="0" l="0" r="0" t="0"/>
          <a:stretch/>
        </p:blipFill>
        <p:spPr>
          <a:xfrm>
            <a:off x="6547352" y="1973546"/>
            <a:ext cx="270598" cy="270599"/>
          </a:xfrm>
          <a:prstGeom prst="rect">
            <a:avLst/>
          </a:prstGeom>
          <a:noFill/>
          <a:ln>
            <a:noFill/>
          </a:ln>
        </p:spPr>
      </p:pic>
      <p:sp>
        <p:nvSpPr>
          <p:cNvPr id="602" name="Google Shape;602;p45"/>
          <p:cNvSpPr txBox="1"/>
          <p:nvPr>
            <p:ph idx="7" type="body"/>
          </p:nvPr>
        </p:nvSpPr>
        <p:spPr>
          <a:xfrm>
            <a:off x="6405124" y="2526407"/>
            <a:ext cx="2281407"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Our Solution</a:t>
            </a:r>
            <a:endParaRPr/>
          </a:p>
        </p:txBody>
      </p:sp>
      <p:sp>
        <p:nvSpPr>
          <p:cNvPr id="603" name="Google Shape;603;p45"/>
          <p:cNvSpPr txBox="1"/>
          <p:nvPr>
            <p:ph idx="8" type="body"/>
          </p:nvPr>
        </p:nvSpPr>
        <p:spPr>
          <a:xfrm>
            <a:off x="6405236" y="2757239"/>
            <a:ext cx="2282754" cy="1791391"/>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chemeClr val="accent1"/>
              </a:buClr>
              <a:buSzPts val="800"/>
              <a:buFont typeface="Inter"/>
              <a:buNone/>
            </a:pPr>
            <a:r>
              <a:rPr lang="en"/>
              <a:t>PhishArmor bridges the gap between technical security and everyday users. Our AI-powered traffic light system makes email safety intuitive for everyone, from tech-savvy professionals to seniors and students. No expertise required, just clear, trustworthy signals.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49"/>
          <p:cNvSpPr txBox="1"/>
          <p:nvPr>
            <p:ph type="title"/>
          </p:nvPr>
        </p:nvSpPr>
        <p:spPr>
          <a:xfrm>
            <a:off x="862313" y="3259551"/>
            <a:ext cx="4725052" cy="824072"/>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lt1"/>
              </a:buClr>
              <a:buSzPts val="5400"/>
              <a:buFont typeface="Poppins"/>
              <a:buNone/>
            </a:pPr>
            <a:r>
              <a:rPr lang="en" b="1"/>
              <a:t>Thank You</a:t>
            </a:r>
            <a:endParaRPr/>
          </a:p>
        </p:txBody>
      </p:sp>
      <p:pic>
        <p:nvPicPr>
          <p:cNvPr id="679" name="Google Shape;679;p49"/>
          <p:cNvPicPr preferRelativeResize="0"/>
          <p:nvPr>
            <p:ph idx="2" type="pic"/>
          </p:nvPr>
        </p:nvPicPr>
        <p:blipFill rotWithShape="1">
          <a:blip r:embed="rId3">
            <a:alphaModFix/>
          </a:blip>
          <a:srcRect b="0" l="0" r="0" t="0"/>
          <a:stretch/>
        </p:blipFill>
        <p:spPr>
          <a:xfrm>
            <a:off x="6644640" y="2915348"/>
            <a:ext cx="205740" cy="205740"/>
          </a:xfrm>
          <a:prstGeom prst="rect">
            <a:avLst/>
          </a:prstGeom>
          <a:noFill/>
          <a:ln>
            <a:noFill/>
          </a:ln>
        </p:spPr>
      </p:pic>
      <p:sp>
        <p:nvSpPr>
          <p:cNvPr id="680" name="Google Shape;680;p49"/>
          <p:cNvSpPr txBox="1"/>
          <p:nvPr>
            <p:ph idx="1" type="body"/>
          </p:nvPr>
        </p:nvSpPr>
        <p:spPr>
          <a:xfrm>
            <a:off x="6898005" y="2915348"/>
            <a:ext cx="1731645" cy="184666"/>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D8D8D8"/>
              </a:buClr>
              <a:buSzPts val="800"/>
              <a:buNone/>
            </a:pPr>
            <a:r>
              <a:rPr lang="en"/>
              <a:t>hello@phisharmor.ai</a:t>
            </a:r>
            <a:endParaRPr/>
          </a:p>
        </p:txBody>
      </p:sp>
      <p:pic>
        <p:nvPicPr>
          <p:cNvPr id="681" name="Google Shape;681;p49"/>
          <p:cNvPicPr preferRelativeResize="0"/>
          <p:nvPr>
            <p:ph idx="3" type="pic"/>
          </p:nvPr>
        </p:nvPicPr>
        <p:blipFill rotWithShape="1">
          <a:blip r:embed="rId4">
            <a:alphaModFix/>
          </a:blip>
          <a:srcRect b="0" l="289" r="289" t="0"/>
          <a:stretch/>
        </p:blipFill>
        <p:spPr>
          <a:xfrm>
            <a:off x="6644640" y="3318220"/>
            <a:ext cx="205740" cy="205740"/>
          </a:xfrm>
          <a:prstGeom prst="rect">
            <a:avLst/>
          </a:prstGeom>
          <a:noFill/>
          <a:ln>
            <a:noFill/>
          </a:ln>
        </p:spPr>
      </p:pic>
      <p:sp>
        <p:nvSpPr>
          <p:cNvPr id="682" name="Google Shape;682;p49"/>
          <p:cNvSpPr txBox="1"/>
          <p:nvPr>
            <p:ph idx="4" type="body"/>
          </p:nvPr>
        </p:nvSpPr>
        <p:spPr>
          <a:xfrm>
            <a:off x="6898005" y="3318220"/>
            <a:ext cx="1731645" cy="184666"/>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D8D8D8"/>
              </a:buClr>
              <a:buSzPts val="800"/>
              <a:buNone/>
            </a:pPr>
            <a:r>
              <a:rPr lang="en"/>
              <a:t>+12 345 678 91</a:t>
            </a:r>
            <a:endParaRPr/>
          </a:p>
        </p:txBody>
      </p:sp>
      <p:pic>
        <p:nvPicPr>
          <p:cNvPr id="683" name="Google Shape;683;p49"/>
          <p:cNvPicPr preferRelativeResize="0"/>
          <p:nvPr>
            <p:ph idx="5" type="pic"/>
          </p:nvPr>
        </p:nvPicPr>
        <p:blipFill rotWithShape="1">
          <a:blip r:embed="rId5">
            <a:alphaModFix/>
          </a:blip>
          <a:srcRect b="0" l="0" r="0" t="0"/>
          <a:stretch/>
        </p:blipFill>
        <p:spPr>
          <a:xfrm>
            <a:off x="6644640" y="3721091"/>
            <a:ext cx="205740" cy="205740"/>
          </a:xfrm>
          <a:prstGeom prst="rect">
            <a:avLst/>
          </a:prstGeom>
          <a:noFill/>
          <a:ln>
            <a:noFill/>
          </a:ln>
        </p:spPr>
      </p:pic>
      <p:sp>
        <p:nvSpPr>
          <p:cNvPr id="684" name="Google Shape;684;p49"/>
          <p:cNvSpPr txBox="1"/>
          <p:nvPr>
            <p:ph idx="6" type="body"/>
          </p:nvPr>
        </p:nvSpPr>
        <p:spPr>
          <a:xfrm>
            <a:off x="6898005" y="3721091"/>
            <a:ext cx="1731645" cy="184666"/>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D8D8D8"/>
              </a:buClr>
              <a:buSzPts val="800"/>
              <a:buNone/>
            </a:pPr>
            <a:r>
              <a:rPr lang="en"/>
              <a:t>www.phisharmor.ai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50"/>
          <p:cNvSpPr txBox="1"/>
          <p:nvPr>
            <p:ph type="title"/>
          </p:nvPr>
        </p:nvSpPr>
        <p:spPr>
          <a:xfrm>
            <a:off x="4752973" y="520700"/>
            <a:ext cx="3876676" cy="904094"/>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3000"/>
              <a:buFont typeface="Poppins"/>
              <a:buNone/>
            </a:pPr>
            <a:r>
              <a:rPr lang="en" b="1"/>
              <a:t>PhishArmor Empowers Your Decision</a:t>
            </a:r>
            <a:endParaRPr/>
          </a:p>
        </p:txBody>
      </p:sp>
      <p:sp>
        <p:nvSpPr>
          <p:cNvPr id="690" name="Google Shape;690;p50"/>
          <p:cNvSpPr txBox="1"/>
          <p:nvPr>
            <p:ph idx="1" type="body"/>
          </p:nvPr>
        </p:nvSpPr>
        <p:spPr>
          <a:xfrm>
            <a:off x="4752973" y="1424794"/>
            <a:ext cx="3869295"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1100"/>
              <a:buNone/>
            </a:pPr>
            <a:r>
              <a:rPr lang="en" b="1"/>
              <a:t>Your intelligent email co-pilot</a:t>
            </a:r>
            <a:endParaRPr/>
          </a:p>
        </p:txBody>
      </p:sp>
      <p:pic>
        <p:nvPicPr>
          <p:cNvPr descr="A group of people using a tablet  AI-generated content may be incorrect." id="691" name="Google Shape;691;p50"/>
          <p:cNvPicPr preferRelativeResize="0"/>
          <p:nvPr>
            <p:ph idx="2" type="pic"/>
          </p:nvPr>
        </p:nvPicPr>
        <p:blipFill rotWithShape="1">
          <a:blip r:embed="rId3">
            <a:alphaModFix/>
          </a:blip>
          <a:srcRect b="0" l="19774" r="19774" t="0"/>
          <a:stretch/>
        </p:blipFill>
        <p:spPr>
          <a:xfrm>
            <a:off x="573542" y="520700"/>
            <a:ext cx="3722234" cy="4102100"/>
          </a:xfrm>
          <a:prstGeom prst="rect">
            <a:avLst/>
          </a:prstGeom>
          <a:solidFill>
            <a:srgbClr val="AEAEAE"/>
          </a:solidFill>
          <a:ln>
            <a:noFill/>
          </a:ln>
        </p:spPr>
      </p:pic>
      <p:sp>
        <p:nvSpPr>
          <p:cNvPr id="692" name="Google Shape;692;p50"/>
          <p:cNvSpPr txBox="1"/>
          <p:nvPr>
            <p:ph idx="3" type="body"/>
          </p:nvPr>
        </p:nvSpPr>
        <p:spPr>
          <a:xfrm>
            <a:off x="4752972" y="2444303"/>
            <a:ext cx="3876677"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lt1"/>
              </a:buClr>
              <a:buSzPts val="1100"/>
              <a:buNone/>
            </a:pPr>
            <a:r>
              <a:rPr lang="en" b="1"/>
              <a:t>AI-Powered Clarity in Your Inbox</a:t>
            </a:r>
            <a:endParaRPr/>
          </a:p>
        </p:txBody>
      </p:sp>
      <p:sp>
        <p:nvSpPr>
          <p:cNvPr id="693" name="Google Shape;693;p50"/>
          <p:cNvSpPr txBox="1"/>
          <p:nvPr>
            <p:ph idx="4" type="body"/>
          </p:nvPr>
        </p:nvSpPr>
        <p:spPr>
          <a:xfrm>
            <a:off x="4752974" y="2675136"/>
            <a:ext cx="3869295" cy="1947664"/>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D8D8D8"/>
              </a:buClr>
              <a:buSzPts val="800"/>
              <a:buNone/>
            </a:pPr>
            <a:r>
              <a:rPr lang="en"/>
              <a:t>You deserve clarity. PhishArmor acts as your intelligent co-pilot, using powerful AI to analyze every critical aspect of an email: sender reputation, link safety, and content cues. This complex analysis is distilled into a simple, trustworthy traffic light signal (Green, Yellow, Red) right in your inbox. You see what is safe, what is suspicious, and what is dangerous, before you click.</a:t>
            </a:r>
            <a:endParaRPr/>
          </a:p>
          <a:p>
            <a:pPr indent="0" lvl="0" marL="0" rtl="0" algn="l">
              <a:lnSpc>
                <a:spcPct val="120000"/>
              </a:lnSpc>
              <a:spcBef>
                <a:spcPts val="600"/>
              </a:spcBef>
              <a:spcAft>
                <a:spcPts val="0"/>
              </a:spcAft>
              <a:buClr>
                <a:srgbClr val="D8D8D8"/>
              </a:buClr>
              <a:buSzPts val="800"/>
              <a:buNone/>
            </a:pPr>
            <a:r>
              <a:rPr lang="en"/>
              <a:t>PhishArmor does not just give you a signal; it gives you the why. Understand the key factors behind each email's safety assessment so you can make informed decisions with confidence.</a:t>
            </a:r>
            <a:endParaRPr/>
          </a:p>
        </p:txBody>
      </p:sp>
      <p:sp>
        <p:nvSpPr>
          <p:cNvPr id="694" name="Google Shape;694;p50"/>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 2025 PhishArmor. All rights reserved.</a:t>
            </a:r>
            <a:endParaRPr/>
          </a:p>
        </p:txBody>
      </p:sp>
      <p:sp>
        <p:nvSpPr>
          <p:cNvPr id="695" name="Google Shape;695;p50"/>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51"/>
          <p:cNvSpPr txBox="1"/>
          <p:nvPr>
            <p:ph type="title"/>
          </p:nvPr>
        </p:nvSpPr>
        <p:spPr>
          <a:xfrm>
            <a:off x="514349" y="520700"/>
            <a:ext cx="8115299" cy="488595"/>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3000"/>
              <a:buFont typeface="Poppins"/>
              <a:buNone/>
            </a:pPr>
            <a:r>
              <a:rPr lang="en" b="1"/>
              <a:t>Simple Steps to Safer Email</a:t>
            </a:r>
            <a:endParaRPr/>
          </a:p>
        </p:txBody>
      </p:sp>
      <p:sp>
        <p:nvSpPr>
          <p:cNvPr id="701" name="Google Shape;701;p51"/>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 2025 PhishArmor. All rights reserved.</a:t>
            </a:r>
            <a:endParaRPr/>
          </a:p>
        </p:txBody>
      </p:sp>
      <p:sp>
        <p:nvSpPr>
          <p:cNvPr id="702" name="Google Shape;702;p51"/>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03" name="Google Shape;703;p51"/>
          <p:cNvSpPr txBox="1"/>
          <p:nvPr>
            <p:ph idx="1" type="body"/>
          </p:nvPr>
        </p:nvSpPr>
        <p:spPr>
          <a:xfrm>
            <a:off x="516494" y="2507434"/>
            <a:ext cx="1631532"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Receive Email</a:t>
            </a:r>
            <a:endParaRPr/>
          </a:p>
        </p:txBody>
      </p:sp>
      <p:sp>
        <p:nvSpPr>
          <p:cNvPr id="704" name="Google Shape;704;p51"/>
          <p:cNvSpPr txBox="1"/>
          <p:nvPr>
            <p:ph idx="2" type="body"/>
          </p:nvPr>
        </p:nvSpPr>
        <p:spPr>
          <a:xfrm>
            <a:off x="514350" y="2738267"/>
            <a:ext cx="1632495" cy="1676571"/>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Your inbox functions as usual. No changes to your workflow or email setup.</a:t>
            </a:r>
            <a:endParaRPr/>
          </a:p>
          <a:p>
            <a:pPr indent="0" lvl="0" marL="0" rtl="0" algn="l">
              <a:lnSpc>
                <a:spcPct val="120000"/>
              </a:lnSpc>
              <a:spcBef>
                <a:spcPts val="600"/>
              </a:spcBef>
              <a:spcAft>
                <a:spcPts val="0"/>
              </a:spcAft>
              <a:buClr>
                <a:srgbClr val="595959"/>
              </a:buClr>
              <a:buSzPts val="800"/>
              <a:buNone/>
            </a:pPr>
            <a:r>
              <a:rPr lang="en"/>
              <a:t/>
            </a:r>
            <a:endParaRPr/>
          </a:p>
        </p:txBody>
      </p:sp>
      <p:pic>
        <p:nvPicPr>
          <p:cNvPr id="705" name="Google Shape;705;p51"/>
          <p:cNvPicPr preferRelativeResize="0"/>
          <p:nvPr>
            <p:ph idx="3" type="pic"/>
          </p:nvPr>
        </p:nvPicPr>
        <p:blipFill rotWithShape="1">
          <a:blip r:embed="rId3">
            <a:alphaModFix/>
          </a:blip>
          <a:srcRect b="0" l="217" r="217" t="0"/>
          <a:stretch/>
        </p:blipFill>
        <p:spPr>
          <a:xfrm>
            <a:off x="668685" y="1781729"/>
            <a:ext cx="274268" cy="274267"/>
          </a:xfrm>
          <a:prstGeom prst="rect">
            <a:avLst/>
          </a:prstGeom>
          <a:noFill/>
          <a:ln>
            <a:noFill/>
          </a:ln>
        </p:spPr>
      </p:pic>
      <p:sp>
        <p:nvSpPr>
          <p:cNvPr id="706" name="Google Shape;706;p51"/>
          <p:cNvSpPr txBox="1"/>
          <p:nvPr>
            <p:ph idx="4" type="body"/>
          </p:nvPr>
        </p:nvSpPr>
        <p:spPr>
          <a:xfrm>
            <a:off x="2677430" y="2507434"/>
            <a:ext cx="1631532"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AI Analysis</a:t>
            </a:r>
            <a:endParaRPr/>
          </a:p>
        </p:txBody>
      </p:sp>
      <p:sp>
        <p:nvSpPr>
          <p:cNvPr id="707" name="Google Shape;707;p51"/>
          <p:cNvSpPr txBox="1"/>
          <p:nvPr>
            <p:ph idx="5" type="body"/>
          </p:nvPr>
        </p:nvSpPr>
        <p:spPr>
          <a:xfrm>
            <a:off x="2675285" y="2738267"/>
            <a:ext cx="1632495" cy="1676571"/>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PhishArmor instantly scans sender reputation, link safety, and content patterns using advanced AI.</a:t>
            </a:r>
            <a:endParaRPr/>
          </a:p>
          <a:p>
            <a:pPr indent="0" lvl="0" marL="0" rtl="0" algn="l">
              <a:lnSpc>
                <a:spcPct val="120000"/>
              </a:lnSpc>
              <a:spcBef>
                <a:spcPts val="600"/>
              </a:spcBef>
              <a:spcAft>
                <a:spcPts val="0"/>
              </a:spcAft>
              <a:buClr>
                <a:srgbClr val="595959"/>
              </a:buClr>
              <a:buSzPts val="800"/>
              <a:buNone/>
            </a:pPr>
            <a:r>
              <a:rPr lang="en"/>
              <a:t/>
            </a:r>
            <a:endParaRPr/>
          </a:p>
        </p:txBody>
      </p:sp>
      <p:pic>
        <p:nvPicPr>
          <p:cNvPr id="708" name="Google Shape;708;p51"/>
          <p:cNvPicPr preferRelativeResize="0"/>
          <p:nvPr>
            <p:ph idx="6" type="pic"/>
          </p:nvPr>
        </p:nvPicPr>
        <p:blipFill rotWithShape="1">
          <a:blip r:embed="rId4">
            <a:alphaModFix/>
          </a:blip>
          <a:srcRect b="0" l="217" r="217" t="0"/>
          <a:stretch/>
        </p:blipFill>
        <p:spPr>
          <a:xfrm>
            <a:off x="2829620" y="1781729"/>
            <a:ext cx="274267" cy="274267"/>
          </a:xfrm>
          <a:prstGeom prst="rect">
            <a:avLst/>
          </a:prstGeom>
          <a:noFill/>
          <a:ln>
            <a:noFill/>
          </a:ln>
        </p:spPr>
      </p:pic>
      <p:sp>
        <p:nvSpPr>
          <p:cNvPr id="709" name="Google Shape;709;p51"/>
          <p:cNvSpPr txBox="1"/>
          <p:nvPr>
            <p:ph idx="7" type="body"/>
          </p:nvPr>
        </p:nvSpPr>
        <p:spPr>
          <a:xfrm>
            <a:off x="4838365" y="2507434"/>
            <a:ext cx="1631532"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Get the Signal</a:t>
            </a:r>
            <a:endParaRPr/>
          </a:p>
        </p:txBody>
      </p:sp>
      <p:sp>
        <p:nvSpPr>
          <p:cNvPr id="710" name="Google Shape;710;p51"/>
          <p:cNvSpPr txBox="1"/>
          <p:nvPr>
            <p:ph idx="8" type="body"/>
          </p:nvPr>
        </p:nvSpPr>
        <p:spPr>
          <a:xfrm>
            <a:off x="4836221" y="2738267"/>
            <a:ext cx="1632495" cy="1676571"/>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A clear safety indicator (Green, Yellow, Red) appears next to the email in your inbox.</a:t>
            </a:r>
            <a:endParaRPr/>
          </a:p>
          <a:p>
            <a:pPr indent="0" lvl="0" marL="0" rtl="0" algn="l">
              <a:lnSpc>
                <a:spcPct val="120000"/>
              </a:lnSpc>
              <a:spcBef>
                <a:spcPts val="600"/>
              </a:spcBef>
              <a:spcAft>
                <a:spcPts val="0"/>
              </a:spcAft>
              <a:buClr>
                <a:srgbClr val="595959"/>
              </a:buClr>
              <a:buSzPts val="800"/>
              <a:buNone/>
            </a:pPr>
            <a:r>
              <a:rPr lang="en"/>
              <a:t xml:space="preserve"> </a:t>
            </a:r>
            <a:endParaRPr/>
          </a:p>
        </p:txBody>
      </p:sp>
      <p:pic>
        <p:nvPicPr>
          <p:cNvPr id="711" name="Google Shape;711;p51"/>
          <p:cNvPicPr preferRelativeResize="0"/>
          <p:nvPr>
            <p:ph idx="9" type="pic"/>
          </p:nvPr>
        </p:nvPicPr>
        <p:blipFill rotWithShape="1">
          <a:blip r:embed="rId5">
            <a:alphaModFix/>
          </a:blip>
          <a:srcRect b="0" l="217" r="217" t="0"/>
          <a:stretch/>
        </p:blipFill>
        <p:spPr>
          <a:xfrm>
            <a:off x="4990556" y="1781729"/>
            <a:ext cx="274268" cy="274267"/>
          </a:xfrm>
          <a:prstGeom prst="rect">
            <a:avLst/>
          </a:prstGeom>
          <a:noFill/>
          <a:ln>
            <a:noFill/>
          </a:ln>
        </p:spPr>
      </p:pic>
      <p:sp>
        <p:nvSpPr>
          <p:cNvPr id="712" name="Google Shape;712;p51"/>
          <p:cNvSpPr txBox="1"/>
          <p:nvPr>
            <p:ph idx="13" type="body"/>
          </p:nvPr>
        </p:nvSpPr>
        <p:spPr>
          <a:xfrm>
            <a:off x="6999299" y="2507434"/>
            <a:ext cx="1631532"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b="1"/>
              <a:t>Decide with Confidence</a:t>
            </a:r>
            <a:endParaRPr/>
          </a:p>
        </p:txBody>
      </p:sp>
      <p:sp>
        <p:nvSpPr>
          <p:cNvPr id="713" name="Google Shape;713;p51"/>
          <p:cNvSpPr txBox="1"/>
          <p:nvPr>
            <p:ph idx="14" type="body"/>
          </p:nvPr>
        </p:nvSpPr>
        <p:spPr>
          <a:xfrm>
            <a:off x="6997155" y="2738267"/>
            <a:ext cx="1632495" cy="1676571"/>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View the detailed report or trust the signal to guide your next action. Click smarter.</a:t>
            </a:r>
            <a:endParaRPr/>
          </a:p>
          <a:p>
            <a:pPr indent="0" lvl="0" marL="0" rtl="0" algn="l">
              <a:lnSpc>
                <a:spcPct val="120000"/>
              </a:lnSpc>
              <a:spcBef>
                <a:spcPts val="600"/>
              </a:spcBef>
              <a:spcAft>
                <a:spcPts val="0"/>
              </a:spcAft>
              <a:buClr>
                <a:srgbClr val="595959"/>
              </a:buClr>
              <a:buSzPts val="800"/>
              <a:buNone/>
            </a:pPr>
            <a:r>
              <a:rPr lang="en"/>
              <a:t xml:space="preserve"> </a:t>
            </a:r>
            <a:endParaRPr/>
          </a:p>
        </p:txBody>
      </p:sp>
      <p:pic>
        <p:nvPicPr>
          <p:cNvPr id="714" name="Google Shape;714;p51"/>
          <p:cNvPicPr preferRelativeResize="0"/>
          <p:nvPr>
            <p:ph idx="15" type="pic"/>
          </p:nvPr>
        </p:nvPicPr>
        <p:blipFill rotWithShape="1">
          <a:blip r:embed="rId6">
            <a:alphaModFix/>
          </a:blip>
          <a:srcRect b="0" l="217" r="217" t="0"/>
          <a:stretch/>
        </p:blipFill>
        <p:spPr>
          <a:xfrm>
            <a:off x="7151490" y="1781729"/>
            <a:ext cx="274268" cy="274267"/>
          </a:xfrm>
          <a:prstGeom prst="rect">
            <a:avLst/>
          </a:prstGeom>
          <a:noFill/>
          <a:ln>
            <a:noFill/>
          </a:ln>
        </p:spPr>
      </p:pic>
      <p:sp>
        <p:nvSpPr>
          <p:cNvPr id="715" name="Google Shape;715;p51"/>
          <p:cNvSpPr txBox="1"/>
          <p:nvPr>
            <p:ph idx="16" type="body"/>
          </p:nvPr>
        </p:nvSpPr>
        <p:spPr>
          <a:xfrm>
            <a:off x="514349" y="1009295"/>
            <a:ext cx="3745707"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1100"/>
              <a:buNone/>
            </a:pPr>
            <a:r>
              <a:rPr lang="en"/>
              <a:t>Protection without disruption</a:t>
            </a:r>
            <a:endParaRPr/>
          </a:p>
        </p:txBody>
      </p:sp>
    </p:spTree>
  </p:cSld>
  <p:clrMapOvr>
    <a:masterClrMapping/>
  </p:clrMapOvr>
</p:sld>
</file>

<file path=ppt/slides/slide18.xml><?xml version="1.0" encoding="utf-8"?>
<ns0:sld xmlns:ns0="http://schemas.openxmlformats.org/presentationml/2006/main" xmlns:ns1="http://schemas.openxmlformats.org/drawingml/2006/main">
  <ns0:cSld>
    <ns0:spTree>
      <ns0:nvGrpSpPr>
        <ns0:cNvPr id="728" name="Shape 728"/>
        <ns0:cNvGrpSpPr/>
        <ns0:nvPr/>
      </ns0:nvGrpSpPr>
      <ns0:grpSpPr>
        <ns1:xfrm>
          <ns1:off x="0" y="0"/>
          <ns1:ext cx="0" cy="0"/>
          <ns1:chOff x="0" y="0"/>
          <ns1:chExt cx="0" cy="0"/>
        </ns1:xfrm>
      </ns0:grpSpPr>
      <ns0:sp>
        <ns0:nvSpPr>
          <ns0:cNvPr id="729" name="Google Shape;729;p53"/>
          <ns0:cNvSpPr txBox="1"/>
          <ns0:nvPr>
            <ns0:ph type="title"/>
          </ns0:nvPr>
        </ns0:nvSpPr>
        <ns0:spPr>
          <ns1:xfrm>
            <ns1:off x="514350" y="520700"/>
            <ns1:ext cx="5091794" cy="488595"/>
          </ns1:xfrm>
          <ns1:prstGeom prst="rect">
            <ns1:avLst/>
          </ns1:prstGeom>
          <ns1:noFill/>
          <ns1:ln>
            <ns1:noFill/>
          </ns1:ln>
        </ns0:spPr>
        <ns0:txBody>
          <ns1:bodyPr anchorCtr="0" anchor="t" bIns="34275" lIns="68575" spcFirstLastPara="1" rIns="68575" wrap="square" tIns="34275">
            <ns1:noAutofit/>
          </ns1:bodyPr>
          <ns1:lstStyle/>
          <ns1:p>
            <ns1:pPr indent="0" lvl="0" marL="0" rtl="0" algn="l">
              <ns1:lnSpc>
                <ns1:spcPct val="90000"/>
              </ns1:lnSpc>
              <ns1:spcBef>
                <ns1:spcPts val="0"/>
              </ns1:spcBef>
              <ns1:spcAft>
                <ns1:spcPts val="0"/>
              </ns1:spcAft>
              <ns1:buClr>
                <ns1:schemeClr val="dk1"/>
              </ns1:buClr>
              <ns1:buSzPts val="3000"/>
              <ns1:buFont typeface="Poppins"/>
              <ns1:buNone/>
            </ns1:pPr>
            <ns1:r>
              <ns1:rPr lang="en" b="1"/>
              <ns1:t>Market Opportunity</ns1:t>
            </ns1:r>
            <ns1:endParaRPr/>
          </ns1:p>
        </ns0:txBody>
      </ns0:sp>
      <ns0:sp>
        <ns0:nvSpPr>
          <ns0:cNvPr id="730" name="Google Shape;730;p53"/>
          <ns0:cNvSpPr txBox="1"/>
          <ns0:nvPr>
            <ns0:ph idx="1" type="body"/>
          </ns0:nvPr>
        </ns0:nvSpPr>
        <ns0:spPr>
          <ns1:xfrm>
            <ns1:off x="1699655" y="1500975"/>
            <ns1:ext cx="1063227" cy="253915"/>
          </ns1:xfrm>
          <ns1:prstGeom prst="rect">
            <ns1:avLst/>
          </ns1:prstGeom>
          <ns1:noFill/>
          <ns1:ln>
            <ns1:noFill/>
          </ns1:ln>
        </ns0:spPr>
        <ns0:txBody>
          <ns1:bodyPr anchorCtr="0" anchor="t" bIns="34275" lIns="68575" spcFirstLastPara="1" rIns="68575" wrap="square" tIns="34275">
            <ns1:noAutofit/>
          </ns1:bodyPr>
          <ns1:lstStyle/>
          <ns1:p>
            <ns1:pPr indent="0" lvl="0" marL="0" rtl="0" algn="ctr">
              <ns1:lnSpc>
                <ns1:spcPct val="100000"/>
              </ns1:lnSpc>
              <ns1:spcBef>
                <ns1:spcPts val="0"/>
              </ns1:spcBef>
              <ns1:spcAft>
                <ns1:spcPts val="0"/>
              </ns1:spcAft>
              <ns1:buClr>
                <ns1:schemeClr val="lt1"/>
              </ns1:buClr>
              <ns1:buSzPts val="1200"/>
              <ns1:buNone/>
            </ns1:pPr>
            <ns1:r>
              <ns1:rPr lang="en"/>
              <ns1:t>$14.8B</ns1:t>
            </ns1:r>
            <ns1:endParaRPr/>
          </ns1:p>
        </ns0:txBody>
      </ns0:sp>
      <ns0:sp>
        <ns0:nvSpPr>
          <ns0:cNvPr id="731" name="Google Shape;731;p53"/>
          <ns0:cNvSpPr txBox="1"/>
          <ns0:nvPr>
            <ns0:ph idx="2" type="body"/>
          </ns0:nvPr>
        </ns0:nvSpPr>
        <ns0:spPr>
          <ns1:xfrm>
            <ns1:off x="1699655" y="2015367"/>
            <ns1:ext cx="1063227" cy="253915"/>
          </ns1:xfrm>
          <ns1:prstGeom prst="rect">
            <ns1:avLst/>
          </ns1:prstGeom>
          <ns1:noFill/>
          <ns1:ln>
            <ns1:noFill/>
          </ns1:ln>
        </ns0:spPr>
        <ns0:txBody>
          <ns1:bodyPr anchorCtr="0" anchor="t" bIns="34275" lIns="68575" spcFirstLastPara="1" rIns="68575" wrap="square" tIns="34275">
            <ns1:noAutofit/>
          </ns1:bodyPr>
          <ns1:lstStyle/>
          <ns1:p>
            <ns1:pPr indent="0" lvl="0" marL="0" rtl="0" algn="ctr">
              <ns1:lnSpc>
                <ns1:spcPct val="100000"/>
              </ns1:lnSpc>
              <ns1:spcBef>
                <ns1:spcPts val="0"/>
              </ns1:spcBef>
              <ns1:spcAft>
                <ns1:spcPts val="0"/>
              </ns1:spcAft>
              <ns1:buClr>
                <ns1:schemeClr val="lt1"/>
              </ns1:buClr>
              <ns1:buSzPts val="1200"/>
              <ns1:buNone/>
            </ns1:pPr>
            <ns1:r>
              <ns1:rPr lang="en"/>
              <ns1:t>$3.4B</ns1:t>
            </ns1:r>
            <ns1:endParaRPr/>
          </ns1:p>
        </ns0:txBody>
      </ns0:sp>
      <ns0:sp>
        <ns0:nvSpPr>
          <ns0:cNvPr id="732" name="Google Shape;732;p53"/>
          <ns0:cNvSpPr txBox="1"/>
          <ns0:nvPr>
            <ns0:ph idx="3" type="body"/>
          </ns0:nvPr>
        </ns0:nvSpPr>
        <ns0:spPr>
          <ns1:xfrm>
            <ns1:off x="1699655" y="2530007"/>
            <ns1:ext cx="1063227" cy="253915"/>
          </ns1:xfrm>
          <ns1:prstGeom prst="rect">
            <ns1:avLst/>
          </ns1:prstGeom>
          <ns1:noFill/>
          <ns1:ln>
            <ns1:noFill/>
          </ns1:ln>
        </ns0:spPr>
        <ns0:txBody>
          <ns1:bodyPr anchorCtr="0" anchor="t" bIns="34275" lIns="68575" spcFirstLastPara="1" rIns="68575" wrap="square" tIns="34275">
            <ns1:noAutofit/>
          </ns1:bodyPr>
          <ns1:lstStyle/>
          <ns1:p>
            <ns1:pPr indent="0" lvl="0" marL="0" rtl="0" algn="ctr">
              <ns1:lnSpc>
                <ns1:spcPct val="100000"/>
              </ns1:lnSpc>
              <ns1:spcBef>
                <ns1:spcPts val="0"/>
              </ns1:spcBef>
              <ns1:spcAft>
                <ns1:spcPts val="0"/>
              </ns1:spcAft>
              <ns1:buClr>
                <ns1:schemeClr val="lt1"/>
              </ns1:buClr>
              <ns1:buSzPts val="1200"/>
              <ns1:buNone/>
            </ns1:pPr>
            <ns1:r>
              <ns1:rPr lang="en"/>
              <ns1:t>300B+</ns1:t>
            </ns1:r>
            <ns1:endParaRPr/>
          </ns1:p>
        </ns0:txBody>
      </ns0:sp>
      <ns0:sp>
        <ns0:nvSpPr>
          <ns0:cNvPr id="733" name="Google Shape;733;p53"/>
          <ns0:cNvSpPr txBox="1"/>
          <ns0:nvPr>
            <ns0:ph idx="4" type="body"/>
          </ns0:nvPr>
        </ns0:nvSpPr>
        <ns0:spPr>
          <ns1:xfrm>
            <ns1:off x="1699655" y="3631341"/>
            <ns1:ext cx="1063227" cy="253915"/>
          </ns1:xfrm>
          <ns1:prstGeom prst="rect">
            <ns1:avLst/>
          </ns1:prstGeom>
          <ns1:noFill/>
          <ns1:ln>
            <ns1:noFill/>
          </ns1:ln>
        </ns0:spPr>
        <ns0:txBody>
          <ns1:bodyPr anchorCtr="0" anchor="t" bIns="34275" lIns="68575" spcFirstLastPara="1" rIns="68575" wrap="square" tIns="34275">
            <ns1:noAutofit/>
          </ns1:bodyPr>
          <ns1:lstStyle/>
          <ns1:p>
            <ns1:pPr indent="0" lvl="0" marL="0" rtl="0" algn="ctr">
              <ns1:lnSpc>
                <ns1:spcPct val="100000"/>
              </ns1:lnSpc>
              <ns1:spcBef>
                <ns1:spcPts val="0"/>
              </ns1:spcBef>
              <ns1:spcAft>
                <ns1:spcPts val="0"/>
              </ns1:spcAft>
              <ns1:buClr>
                <ns1:schemeClr val="lt1"/>
              </ns1:buClr>
              <ns1:buSzPts val="1200"/>
              <ns1:buNone/>
            </ns1:pPr>
            <ns1:r>
              <ns1:rPr lang="en"/>
              <ns1:t>91%</ns1:t>
            </ns1:r>
            <ns1:endParaRPr/>
          </ns1:p>
        </ns0:txBody>
      </ns0:sp>
      <ns0:sp>
        <ns0:nvSpPr>
          <ns0:cNvPr id="734" name="Google Shape;734;p53"/>
          <ns0:cNvSpPr txBox="1"/>
          <ns0:nvPr>
            <ns0:ph idx="5" type="body"/>
          </ns0:nvPr>
        </ns0:nvSpPr>
        <ns0:spPr>
          <ns1:xfrm>
            <ns1:off x="4304685" y="1512516"/>
            <ns1:ext cx="1298699" cy="230833"/>
          </ns1:xfrm>
          <ns1:prstGeom prst="rect">
            <ns1:avLst/>
          </ns1:prstGeom>
          <ns1:noFill/>
          <ns1:ln>
            <ns1:noFill/>
          </ns1:ln>
        </ns0:spPr>
        <ns0:txBody>
          <ns1:bodyPr anchorCtr="0" anchor="ctr" bIns="34275" lIns="68575" spcFirstLastPara="1" rIns="68575" wrap="square" tIns="34275">
            <ns1:noAutofit/>
          </ns1:bodyPr>
          <ns1:lstStyle/>
          <ns1:p>
            <ns1:pPr indent="0" lvl="0" marL="0" rtl="0" algn="l">
              <ns1:lnSpc>
                <ns1:spcPct val="100000"/>
              </ns1:lnSpc>
              <ns1:spcBef>
                <ns1:spcPts val="0"/>
              </ns1:spcBef>
              <ns1:spcAft>
                <ns1:spcPts val="0"/>
              </ns1:spcAft>
              <ns1:buClr>
                <ns1:srgbClr val="262626"/>
              </ns1:buClr>
              <ns1:buSzPts val="1100"/>
              <ns1:buNone/>
            </ns1:pPr>
            <ns1:r>
              <ns1:rPr lang="en"/>
              <ns1:t>Global Email Security Market by 2030</ns1:t>
            </ns1:r>
            <ns1:endParaRPr/>
          </ns1:p>
        </ns0:txBody>
      </ns0:sp>
      <ns0:sp>
        <ns0:nvSpPr>
          <ns0:cNvPr id="735" name="Google Shape;735;p53"/>
          <ns0:cNvSpPr txBox="1"/>
          <ns0:nvPr>
            <ns0:ph idx="6" type="body"/>
          </ns0:nvPr>
        </ns0:nvSpPr>
        <ns0:spPr>
          <ns1:xfrm>
            <ns1:off x="4304685" y="2026908"/>
            <ns1:ext cx="1298699" cy="230833"/>
          </ns1:xfrm>
          <ns1:prstGeom prst="rect">
            <ns1:avLst/>
          </ns1:prstGeom>
          <ns1:noFill/>
          <ns1:ln>
            <ns1:noFill/>
          </ns1:ln>
        </ns0:spPr>
        <ns0:txBody>
          <ns1:bodyPr anchorCtr="0" anchor="ctr" bIns="34275" lIns="68575" spcFirstLastPara="1" rIns="68575" wrap="square" tIns="34275">
            <ns1:noAutofit/>
          </ns1:bodyPr>
          <ns1:lstStyle/>
          <ns1:p>
            <ns1:pPr indent="0" lvl="0" marL="0" rtl="0" algn="l">
              <ns1:lnSpc>
                <ns1:spcPct val="100000"/>
              </ns1:lnSpc>
              <ns1:spcBef>
                <ns1:spcPts val="0"/>
              </ns1:spcBef>
              <ns1:spcAft>
                <ns1:spcPts val="0"/>
              </ns1:spcAft>
              <ns1:buClr>
                <ns1:srgbClr val="262626"/>
              </ns1:buClr>
              <ns1:buSzPts val="1100"/>
              <ns1:buNone/>
            </ns1:pPr>
            <ns1:r>
              <ns1:rPr lang="en"/>
              <ns1:t>Annual Losses from Phishing Attacks</ns1:t>
            </ns1:r>
            <ns1:endParaRPr/>
          </ns1:p>
        </ns0:txBody>
      </ns0:sp>
      <ns0:sp>
        <ns0:nvSpPr>
          <ns0:cNvPr id="736" name="Google Shape;736;p53"/>
          <ns0:cNvSpPr txBox="1"/>
          <ns0:nvPr>
            <ns0:ph idx="7" type="body"/>
          </ns0:nvPr>
        </ns0:nvSpPr>
        <ns0:spPr>
          <ns1:xfrm>
            <ns1:off x="4304685" y="2541548"/>
            <ns1:ext cx="1298699" cy="230833"/>
          </ns1:xfrm>
          <ns1:prstGeom prst="rect">
            <ns1:avLst/>
          </ns1:prstGeom>
          <ns1:noFill/>
          <ns1:ln>
            <ns1:noFill/>
          </ns1:ln>
        </ns0:spPr>
        <ns0:txBody>
          <ns1:bodyPr anchorCtr="0" anchor="ctr" bIns="34275" lIns="68575" spcFirstLastPara="1" rIns="68575" wrap="square" tIns="34275">
            <ns1:noAutofit/>
          </ns1:bodyPr>
          <ns1:lstStyle/>
          <ns1:p>
            <ns1:pPr indent="0" lvl="0" marL="0" rtl="0" algn="l">
              <ns1:lnSpc>
                <ns1:spcPct val="100000"/>
              </ns1:lnSpc>
              <ns1:spcBef>
                <ns1:spcPts val="0"/>
              </ns1:spcBef>
              <ns1:spcAft>
                <ns1:spcPts val="0"/>
              </ns1:spcAft>
              <ns1:buClr>
                <ns1:srgbClr val="262626"/>
              </ns1:buClr>
              <ns1:buSzPts val="1100"/>
              <ns1:buNone/>
            </ns1:pPr>
            <ns1:r>
              <ns1:rPr lang="en"/>
              <ns1:t>Emails Sent Daily Worldwide</ns1:t>
            </ns1:r>
            <ns1:endParaRPr/>
          </ns1:p>
        </ns0:txBody>
      </ns0:sp>
      <ns0:sp>
        <ns0:nvSpPr>
          <ns0:cNvPr id="737" name="Google Shape;737;p53"/>
          <ns0:cNvSpPr txBox="1"/>
          <ns0:nvPr>
            <ns0:ph idx="8" type="body"/>
          </ns0:nvPr>
        </ns0:nvSpPr>
        <ns0:spPr>
          <ns1:xfrm>
            <ns1:off x="4304685" y="3642882"/>
            <ns1:ext cx="1298699" cy="230833"/>
          </ns1:xfrm>
          <ns1:prstGeom prst="rect">
            <ns1:avLst/>
          </ns1:prstGeom>
          <ns1:noFill/>
          <ns1:ln>
            <ns1:noFill/>
          </ns1:ln>
        </ns0:spPr>
        <ns0:txBody>
          <ns1:bodyPr anchorCtr="0" anchor="ctr" bIns="34275" lIns="68575" spcFirstLastPara="1" rIns="68575" wrap="square" tIns="34275">
            <ns1:noAutofit/>
          </ns1:bodyPr>
          <ns1:lstStyle/>
          <ns1:p>
            <ns1:pPr indent="0" lvl="0" marL="0" rtl="0" algn="l">
              <ns1:lnSpc>
                <ns1:spcPct val="100000"/>
              </ns1:lnSpc>
              <ns1:spcBef>
                <ns1:spcPts val="0"/>
              </ns1:spcBef>
              <ns1:spcAft>
                <ns1:spcPts val="0"/>
              </ns1:spcAft>
              <ns1:buClr>
                <ns1:srgbClr val="262626"/>
              </ns1:buClr>
              <ns1:buSzPts val="1100"/>
              <ns1:buNone/>
            </ns1:pPr>
            <ns1:r>
              <ns1:rPr lang="en"/>
              <ns1:t>Cyberattacks Starting with Phishing</ns1:t>
            </ns1:r>
            <ns1:endParaRPr/>
          </ns1:p>
        </ns0:txBody>
      </ns0:sp>
      <ns0:sp>
        <ns0:nvSpPr>
          <ns0:cNvPr id="738" name="Google Shape;738;p53"/>
          <ns0:cNvSpPr txBox="1"/>
          <ns0:nvPr>
            <ns0:ph idx="9" type="body"/>
          </ns0:nvPr>
        </ns0:nvSpPr>
        <ns0:spPr>
          <ns1:xfrm>
            <ns1:off x="6427348" y="770470"/>
            <ns1:ext cx="2203108" cy="230833"/>
          </ns1:xfrm>
          <ns1:prstGeom prst="rect">
            <ns1:avLst/>
          </ns1:prstGeom>
          <ns1:noFill/>
          <ns1:ln>
            <ns1:noFill/>
          </ns1:ln>
        </ns0:spPr>
        <ns0:txBody>
          <ns1:bodyPr anchorCtr="0" anchor="t" bIns="34275" lIns="68575" spcFirstLastPara="1" rIns="68575" wrap="square" tIns="34275">
            <ns1:noAutofit/>
          </ns1:bodyPr>
          <ns1:lstStyle/>
          <ns1:p>
            <ns1:pPr indent="0" lvl="0" marL="0" rtl="0" algn="l">
              <ns1:lnSpc>
                <ns1:spcPct val="100000"/>
              </ns1:lnSpc>
              <ns1:spcBef>
                <ns1:spcPts val="0"/>
              </ns1:spcBef>
              <ns1:spcAft>
                <ns1:spcPts val="0"/>
              </ns1:spcAft>
              <ns1:buClr>
                <ns1:srgbClr val="262626"/>
              </ns1:buClr>
              <ns1:buSzPts val="1100"/>
              <ns1:buNone/>
            </ns1:pPr>
            <ns1:r>
              <ns1:rPr lang="en"/>
              <ns1:t>The global email security market is projected to reach $14.8B by 2030. With over 300 billion emails sent daily and phishing as the top attack vector, demand for user-facing protection tools is surging.</ns1:t>
            </ns1:r>
            <ns1:endParaRPr/>
          </ns1:p>
        </ns0:txBody>
      </ns0:sp>
      <ns0:sp>
        <ns0:nvSpPr>
          <ns0:cNvPr id="739" name="Google Shape;739;p53"/>
          <ns0:cNvSpPr txBox="1"/>
          <ns0:nvPr>
            <ns0:ph idx="13" type="body"/>
          </ns0:nvPr>
        </ns0:nvSpPr>
        <ns0:spPr>
          <ns1:xfrm>
            <ns1:off x="6425243" y="1001303"/>
            <ns1:ext cx="2204408" cy="3370085"/>
          </ns1:xfrm>
          <ns1:prstGeom prst="rect">
            <ns1:avLst/>
          </ns1:prstGeom>
          <ns1:noFill/>
          <ns1:ln>
            <ns1:noFill/>
          </ns1:ln>
        </ns0:spPr>
        <ns0:txBody>
          <ns1:bodyPr anchorCtr="0" anchor="t" bIns="34275" lIns="68575" spcFirstLastPara="1" rIns="68575" wrap="square" tIns="34275">
            <ns1:noAutofit/>
          </ns1:bodyPr>
          <ns1:lstStyle/>
          <ns1:p>
            <ns1:pPr indent="-203200" lvl="0" marL="203200" rtl="0" algn="l">
              <ns1:lnSpc>
                <ns1:spcPct val="120000"/>
              </ns1:lnSpc>
              <ns1:spcBef>
                <ns1:spcPts val="0"/>
              </ns1:spcBef>
              <ns1:spcAft>
                <ns1:spcPts val="0"/>
              </ns1:spcAft>
              <ns1:buClr>
                <ns1:schemeClr val="accent3"/>
              </ns1:buClr>
              <ns1:buSzPts val="800"/>
              <ns1:buFont typeface="Inter"/>
              <ns1:buChar char="→"/>
            </ns1:pPr>
            <ns1:r>
              <ns1:rPr lang="en"/>
              <ns1:t>Email security is fastest-growing cybersecurity segment</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Consumer and SMB segments remain massively underserved</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Remote work has expanded the attack surface</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Regulatory pressure driving adoption of security tools</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Growing awareness creating demand for user-friendly solutions</ns1:t>
            </ns1:r>
            <ns1:endParaRPr/>
          </ns1:p>
          <ns1:p>
            <ns1:pPr indent="-203200" lvl="0" marL="203200" rtl="0" algn="l">
              <ns1:lnSpc>
                <ns1:spcPct val="120000"/>
              </ns1:lnSpc>
              <ns1:spcBef>
                <ns1:spcPts val="600"/>
              </ns1:spcBef>
              <ns1:spcAft>
                <ns1:spcPts val="0"/>
              </ns1:spcAft>
              <ns1:buClr>
                <ns1:schemeClr val="accent3"/>
              </ns1:buClr>
              <ns1:buSzPts val="800"/>
              <ns1:buFont typeface="Inter"/>
              <ns1:buChar char="→"/>
            </ns1:pPr>
            <ns1:r>
              <ns1:rPr lang="en"/>
              <ns1:t>Browser extension model enables rapid, viral distribution</ns1:t>
            </ns1:r>
            <ns1:endParaRPr/>
          </ns1:p>
        </ns0:txBody>
      </ns0:sp>
      <ns0:sp>
        <ns0:nvSpPr>
          <ns0:cNvPr id="740" name="Google Shape;740;p53"/>
          <ns0:cNvSpPr txBox="1"/>
          <ns0:nvPr>
            <ns0:ph idx="11" type="ftr"/>
          </ns0:nvPr>
        </ns0:nvSpPr>
        <ns0:spPr>
          <ns1:xfrm>
            <ns1:off x="145256" y="4869302"/>
            <ns1:ext cx="3086100" cy="173124"/>
          </ns1:xfrm>
          <ns1:prstGeom prst="rect">
            <ns1:avLst/>
          </ns1:prstGeom>
          <ns1:noFill/>
          <ns1:ln>
            <ns1:noFill/>
          </ns1:ln>
        </ns0:spPr>
        <ns0:txBody>
          <ns1:bodyPr anchorCtr="0" anchor="ctr" bIns="34275" lIns="68575" spcFirstLastPara="1" rIns="68575" wrap="square" tIns="34275">
            <ns1:noAutofit/>
          </ns1:bodyPr>
          <ns1:lstStyle/>
          <ns1:p>
            <ns1:pPr indent="0" lvl="0" marL="0" rtl="0" algn="l">
              <ns1:spcBef>
                <ns1:spcPts val="0"/>
              </ns1:spcBef>
              <ns1:spcAft>
                <ns1:spcPts val="0"/>
              </ns1:spcAft>
              <ns1:buNone/>
            </ns1:pPr>
            <ns1:r>
              <ns1:rPr lang="en"/>
              <ns1:t>© 2025 PhishArmor. All rights reserved.</ns1:t>
            </ns1:r>
            <ns1:endParaRPr/>
          </ns1:p>
        </ns0:txBody>
      </ns0:sp>
      <ns0:sp>
        <ns0:nvSpPr>
          <ns0:cNvPr id="741" name="Google Shape;741;p53"/>
          <ns0:cNvSpPr txBox="1"/>
          <ns0:nvPr>
            <ns0:ph idx="12" type="sldNum"/>
          </ns0:nvPr>
        </ns0:nvSpPr>
        <ns0:spPr>
          <ns1:xfrm>
            <ns1:off x="8629649" y="4869302"/>
            <ns1:ext cx="369094" cy="173124"/>
          </ns1:xfrm>
          <ns1:prstGeom prst="rect">
            <ns1:avLst/>
          </ns1:prstGeom>
          <ns1:noFill/>
          <ns1:ln>
            <ns1:noFill/>
          </ns1:ln>
        </ns0:spPr>
        <ns0:txBody>
          <ns1:bodyPr anchorCtr="0" anchor="ctr" bIns="34275" lIns="68575" spcFirstLastPara="1" rIns="68575" wrap="square" tIns="34275">
            <ns1:noAutofit/>
          </ns1:bodyPr>
          <ns1:lstStyle/>
          <ns1:p>
            <ns1:pPr indent="0" lvl="0" marL="0" rtl="0" algn="r">
              <ns1:spcBef>
                <ns1:spcPts val="0"/>
              </ns1:spcBef>
              <ns1:spcAft>
                <ns1:spcPts val="0"/>
              </ns1:spcAft>
              <ns1:buNone/>
            </ns1:pPr>
            <ns1:fld id="{00000000-1234-1234-1234-123412341234}" type="slidenum">
              <ns1:rPr lang="en"/>
              <ns1:t>‹#›</ns1:t>
            </ns1:fld>
            <ns1:endParaRPr/>
          </ns1:p>
        </ns0:txBody>
      </ns0:sp>
    </ns0:spTree>
  </ns0:cSld>
  <ns0:clrMapOvr>
    <ns1:masterClrMapping/>
  </ns0:clrMapOvr>
</ns0:sld>
</file>

<file path=ppt/slides/slide20.xml><?xml version="1.0" encoding="utf-8"?>
<p:sld xmlns:a="http://schemas.openxmlformats.org/drawingml/2006/main" xmlns:p="http://schemas.openxmlformats.org/presentationml/2006/main" xmlns:r="http://schemas.openxmlformats.org/officeDocument/2006/relationships">
  <p:cSld>
    <p:spTree>
      <p:nvGrpSpPr>
        <p:cNvPr id="757" name="Shape 757"/>
        <p:cNvGrpSpPr/>
        <p:nvPr/>
      </p:nvGrpSpPr>
      <p:grpSpPr>
        <a:xfrm>
          <a:off x="0" y="0"/>
          <a:ext cx="0" cy="0"/>
          <a:chOff x="0" y="0"/>
          <a:chExt cx="0" cy="0"/>
        </a:xfrm>
      </p:grpSpPr>
      <p:sp>
        <p:nvSpPr>
          <p:cNvPr id="758" name="Google Shape;758;p55"/>
          <p:cNvSpPr txBox="1"/>
          <p:nvPr>
            <p:ph type="title"/>
          </p:nvPr>
        </p:nvSpPr>
        <p:spPr>
          <a:xfrm>
            <a:off x="514349" y="520700"/>
            <a:ext cx="2857501" cy="904094"/>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3000"/>
              <a:buFont typeface="Poppins"/>
              <a:buNone/>
            </a:pPr>
            <a:r>
              <a:rPr lang="en" b="1"/>
              <a:t>Why PhishArmor Wins</a:t>
            </a:r>
            <a:endParaRPr/>
          </a:p>
        </p:txBody>
      </p:sp>
      <p:pic>
        <p:nvPicPr>
          <p:cNvPr id="759" name="Google Shape;759;p55"/>
          <p:cNvPicPr preferRelativeResize="0"/>
          <p:nvPr>
            <p:ph idx="2" type="pic"/>
          </p:nvPr>
        </p:nvPicPr>
        <p:blipFill rotWithShape="1">
          <a:blip r:embed="rId3">
            <a:alphaModFix/>
          </a:blip>
          <a:srcRect b="0" l="289" r="289" t="0"/>
          <a:stretch/>
        </p:blipFill>
        <p:spPr>
          <a:xfrm>
            <a:off x="4269102" y="840737"/>
            <a:ext cx="205740" cy="205740"/>
          </a:xfrm>
          <a:prstGeom prst="rect">
            <a:avLst/>
          </a:prstGeom>
          <a:noFill/>
          <a:ln>
            <a:noFill/>
          </a:ln>
        </p:spPr>
      </p:pic>
      <p:sp>
        <p:nvSpPr>
          <p:cNvPr id="760" name="Google Shape;760;p55"/>
          <p:cNvSpPr txBox="1"/>
          <p:nvPr>
            <p:ph idx="1" type="body"/>
          </p:nvPr>
        </p:nvSpPr>
        <p:spPr>
          <a:xfrm>
            <a:off x="4122661" y="1270793"/>
            <a:ext cx="1953806"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a:t>Traditional Email Filters</a:t>
            </a:r>
            <a:endParaRPr/>
          </a:p>
        </p:txBody>
      </p:sp>
      <p:sp>
        <p:nvSpPr>
          <p:cNvPr id="761" name="Google Shape;761;p55"/>
          <p:cNvSpPr txBox="1"/>
          <p:nvPr>
            <p:ph idx="3" type="body"/>
          </p:nvPr>
        </p:nvSpPr>
        <p:spPr>
          <a:xfrm>
            <a:off x="4120514" y="1501625"/>
            <a:ext cx="1954960" cy="822533"/>
          </a:xfrm>
          <a:prstGeom prst="rect">
            <a:avLst/>
          </a:prstGeom>
          <a:noFill/>
          <a:ln>
            <a:noFill/>
          </a:ln>
        </p:spPr>
        <p:txBody>
          <a:bodyPr anchorCtr="0" anchor="t" bIns="34275" lIns="68575" spcFirstLastPara="1" rIns="68575" wrap="square" tIns="34275">
            <a:noAutofit/>
          </a:bodyPr>
          <a:p>
            <a:pPr indent="0" lvl="0" marL="0" rtl="0" algn="l">
              <a:lnSpc>
                <a:spcPct val="120000"/>
              </a:lnSpc>
              <a:spcBef>
                <a:spcPts val="0"/>
              </a:spcBef>
              <a:spcAft>
                <a:spcPts val="0"/>
              </a:spcAft>
              <a:buClr>
                <a:srgbClr val="595959"/>
              </a:buClr>
              <a:buSzPts val="800"/>
              <a:buNone/>
            </a:pPr>
            <a:r>
              <a:rPr lang="en"/>
              <a:t>Server-side only, miss targeted attacks</a:t>
            </a:r>
            <a:endParaRPr/>
          </a:p>
          <a:lstStyle/>
          <a:p>
            <a:pPr indent="0" lvl="0" marL="0" rtl="0" algn="l">
              <a:lnSpc>
                <a:spcPct val="120000"/>
              </a:lnSpc>
              <a:spcBef>
                <a:spcPts val="0"/>
              </a:spcBef>
              <a:spcAft>
                <a:spcPts val="0"/>
              </a:spcAft>
              <a:buClr>
                <a:srgbClr val="595959"/>
              </a:buClr>
              <a:buSzPts val="800"/>
              <a:buNone/>
            </a:pPr>
            <a:r>
              <a:rPr lang="en"/>
              <a:t>No user visibility into why emails are flagged</a:t>
            </a:r>
            <a:endParaRPr/>
          </a:p>
        </p:txBody>
      </p:sp>
      <p:sp>
        <p:nvSpPr>
          <p:cNvPr id="762" name="Google Shape;762;p55"/>
          <p:cNvSpPr txBox="1"/>
          <p:nvPr>
            <p:ph idx="4" type="body"/>
          </p:nvPr>
        </p:nvSpPr>
        <p:spPr>
          <a:xfrm>
            <a:off x="6500451" y="1270793"/>
            <a:ext cx="1957747" cy="230833"/>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262626"/>
              </a:buClr>
              <a:buSzPts val="1100"/>
              <a:buNone/>
            </a:pPr>
            <a:r>
              <a:rPr lang="en"/>
              <a:t>PhishArmor Advantage</a:t>
            </a:r>
            <a:endParaRPr/>
          </a:p>
        </p:txBody>
      </p:sp>
      <p:sp>
        <p:nvSpPr>
          <p:cNvPr id="763" name="Google Shape;763;p55"/>
          <p:cNvSpPr txBox="1"/>
          <p:nvPr>
            <p:ph idx="5" type="body"/>
          </p:nvPr>
        </p:nvSpPr>
        <p:spPr>
          <a:xfrm>
            <a:off x="6498269" y="1501625"/>
            <a:ext cx="1958903" cy="822533"/>
          </a:xfrm>
          <a:prstGeom prst="rect">
            <a:avLst/>
          </a:prstGeom>
          <a:noFill/>
          <a:ln>
            <a:noFill/>
          </a:ln>
        </p:spPr>
        <p:txBody>
          <a:bodyPr anchorCtr="0" anchor="t" bIns="34275" lIns="68575" spcFirstLastPara="1" rIns="68575" wrap="square" tIns="34275">
            <a:noAutofit/>
          </a:bodyPr>
          <a:lstStyle/>
          <a:p>
            <a:pPr indent="0" lvl="0" marL="0" rtl="0" algn="r">
              <a:lnSpc>
                <a:spcPct val="120000"/>
              </a:lnSpc>
              <a:spcBef>
                <a:spcPts val="0"/>
              </a:spcBef>
              <a:spcAft>
                <a:spcPts val="0"/>
              </a:spcAft>
              <a:buClr>
                <a:srgbClr val="595959"/>
              </a:buClr>
              <a:buSzPts val="800"/>
              <a:buNone/>
            </a:pPr>
            <a:r>
              <a:rPr lang="en"/>
              <a:t>PhishArmor works alongside your existing email filters, adding a critical user-facing layer of protection. While filters block known threats at the server, PhishArmor empowers users to identify the sophisticated attacks that slip through.</a:t>
            </a:r>
            <a:endParaRPr/>
          </a:p>
        </p:txBody>
      </p:sp>
      <p:pic>
        <p:nvPicPr>
          <p:cNvPr id="764" name="Google Shape;764;p55"/>
          <p:cNvPicPr preferRelativeResize="0"/>
          <p:nvPr>
            <p:ph idx="6" type="pic"/>
          </p:nvPr>
        </p:nvPicPr>
        <p:blipFill rotWithShape="1">
          <a:blip r:embed="rId4">
            <a:alphaModFix/>
          </a:blip>
          <a:srcRect b="0" l="0" r="0" t="0"/>
          <a:stretch/>
        </p:blipFill>
        <p:spPr>
          <a:xfrm>
            <a:off x="8101387" y="840737"/>
            <a:ext cx="205740" cy="205740"/>
          </a:xfrm>
          <a:prstGeom prst="rect">
            <a:avLst/>
          </a:prstGeom>
          <a:noFill/>
          <a:ln>
            <a:noFill/>
          </a:ln>
        </p:spPr>
      </p:pic>
      <p:pic>
        <p:nvPicPr>
          <p:cNvPr id="765" name="Google Shape;765;p55"/>
          <p:cNvPicPr preferRelativeResize="0"/>
          <p:nvPr>
            <p:ph idx="7" type="pic"/>
          </p:nvPr>
        </p:nvPicPr>
        <p:blipFill rotWithShape="1">
          <a:blip r:embed="rId5">
            <a:alphaModFix/>
          </a:blip>
          <a:srcRect b="0" l="289" r="289" t="0"/>
          <a:stretch/>
        </p:blipFill>
        <p:spPr>
          <a:xfrm>
            <a:off x="4269102" y="2936398"/>
            <a:ext cx="205740" cy="205740"/>
          </a:xfrm>
          <a:prstGeom prst="rect">
            <a:avLst/>
          </a:prstGeom>
          <a:noFill/>
          <a:ln>
            <a:noFill/>
          </a:ln>
        </p:spPr>
      </p:pic>
      <p:sp>
        <p:nvSpPr>
          <p:cNvPr id="766" name="Google Shape;766;p55"/>
          <p:cNvSpPr txBox="1"/>
          <p:nvPr>
            <p:ph idx="8" type="body"/>
          </p:nvPr>
        </p:nvSpPr>
        <p:spPr>
          <a:xfrm>
            <a:off x="4122661" y="3366453"/>
            <a:ext cx="1953806"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a:t>PhishArmor Advantage</a:t>
            </a:r>
            <a:endParaRPr/>
          </a:p>
        </p:txBody>
      </p:sp>
      <p:sp>
        <p:nvSpPr>
          <p:cNvPr id="767" name="Google Shape;767;p55"/>
          <p:cNvSpPr txBox="1"/>
          <p:nvPr>
            <p:ph idx="9" type="body"/>
          </p:nvPr>
        </p:nvSpPr>
        <p:spPr>
          <a:xfrm>
            <a:off x="4120514" y="3597286"/>
            <a:ext cx="1954960" cy="822532"/>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Real-time sender, link, and content verification</a:t>
            </a:r>
            <a:endParaRPr/>
          </a:p>
        </p:txBody>
      </p:sp>
      <p:sp>
        <p:nvSpPr>
          <p:cNvPr id="768" name="Google Shape;768;p55"/>
          <p:cNvSpPr txBox="1"/>
          <p:nvPr>
            <p:ph idx="13" type="body"/>
          </p:nvPr>
        </p:nvSpPr>
        <p:spPr>
          <a:xfrm>
            <a:off x="6500451" y="3366453"/>
            <a:ext cx="1957747" cy="230833"/>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262626"/>
              </a:buClr>
              <a:buSzPts val="1100"/>
              <a:buNone/>
            </a:pPr>
            <a:r>
              <a:rPr lang="en"/>
              <a:t>User Empowerment</a:t>
            </a:r>
            <a:endParaRPr/>
          </a:p>
        </p:txBody>
      </p:sp>
      <p:sp>
        <p:nvSpPr>
          <p:cNvPr id="769" name="Google Shape;769;p55"/>
          <p:cNvSpPr txBox="1"/>
          <p:nvPr>
            <p:ph idx="14" type="body"/>
          </p:nvPr>
        </p:nvSpPr>
        <p:spPr>
          <a:xfrm>
            <a:off x="6498269" y="3597286"/>
            <a:ext cx="1958903" cy="822532"/>
          </a:xfrm>
          <a:prstGeom prst="rect">
            <a:avLst/>
          </a:prstGeom>
          <a:noFill/>
          <a:ln>
            <a:noFill/>
          </a:ln>
        </p:spPr>
        <p:txBody>
          <a:bodyPr anchorCtr="0" anchor="t" bIns="34275" lIns="68575" spcFirstLastPara="1" rIns="68575" wrap="square" tIns="34275">
            <a:noAutofit/>
          </a:bodyPr>
          <a:lstStyle/>
          <a:p>
            <a:pPr indent="0" lvl="0" marL="0" rtl="0" algn="r">
              <a:lnSpc>
                <a:spcPct val="120000"/>
              </a:lnSpc>
              <a:spcBef>
                <a:spcPts val="0"/>
              </a:spcBef>
              <a:spcAft>
                <a:spcPts val="0"/>
              </a:spcAft>
              <a:buClr>
                <a:srgbClr val="595959"/>
              </a:buClr>
              <a:buSzPts val="800"/>
              <a:buNone/>
            </a:pPr>
            <a:r>
              <a:rPr lang="en"/>
              <a:t>Clear traffic light signals and detailed reports for every email</a:t>
            </a:r>
            <a:endParaRPr/>
          </a:p>
        </p:txBody>
      </p:sp>
      <p:pic>
        <p:nvPicPr>
          <p:cNvPr id="770" name="Google Shape;770;p55"/>
          <p:cNvPicPr preferRelativeResize="0"/>
          <p:nvPr>
            <p:ph idx="15" type="pic"/>
          </p:nvPr>
        </p:nvPicPr>
        <p:blipFill rotWithShape="1">
          <a:blip r:embed="rId6">
            <a:alphaModFix/>
          </a:blip>
          <a:srcRect b="0" l="0" r="0" t="0"/>
          <a:stretch/>
        </p:blipFill>
        <p:spPr>
          <a:xfrm>
            <a:off x="8101387" y="2936398"/>
            <a:ext cx="205740" cy="205740"/>
          </a:xfrm>
          <a:prstGeom prst="rect">
            <a:avLst/>
          </a:prstGeom>
          <a:noFill/>
          <a:ln>
            <a:noFill/>
          </a:ln>
        </p:spPr>
      </p:pic>
      <p:pic>
        <p:nvPicPr>
          <p:cNvPr id="771" name="Google Shape;771;p55"/>
          <p:cNvPicPr preferRelativeResize="0"/>
          <p:nvPr>
            <p:ph idx="16" type="pic"/>
          </p:nvPr>
        </p:nvPicPr>
        <p:blipFill rotWithShape="1">
          <a:blip r:embed="rId7">
            <a:alphaModFix/>
          </a:blip>
          <a:srcRect b="216" l="0" r="0" t="216"/>
          <a:stretch/>
        </p:blipFill>
        <p:spPr>
          <a:xfrm>
            <a:off x="6152197" y="2434590"/>
            <a:ext cx="274320" cy="274320"/>
          </a:xfrm>
          <a:prstGeom prst="rect">
            <a:avLst/>
          </a:prstGeom>
          <a:noFill/>
          <a:ln>
            <a:noFill/>
          </a:ln>
        </p:spPr>
      </p:pic>
      <p:sp>
        <p:nvSpPr>
          <p:cNvPr id="772" name="Google Shape;772;p55"/>
          <p:cNvSpPr txBox="1"/>
          <p:nvPr>
            <p:ph idx="17" type="body"/>
          </p:nvPr>
        </p:nvSpPr>
        <p:spPr>
          <a:xfrm>
            <a:off x="516494" y="2203757"/>
            <a:ext cx="2855815" cy="23083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62626"/>
              </a:buClr>
              <a:buSzPts val="1100"/>
              <a:buNone/>
            </a:pPr>
            <a:r>
              <a:rPr lang="en"/>
              <a:t>AI-Powered Analysis</a:t>
            </a:r>
            <a:endParaRPr/>
          </a:p>
        </p:txBody>
      </p:sp>
      <p:sp>
        <p:nvSpPr>
          <p:cNvPr id="773" name="Google Shape;773;p55"/>
          <p:cNvSpPr txBox="1"/>
          <p:nvPr>
            <p:ph idx="18" type="body"/>
          </p:nvPr>
        </p:nvSpPr>
        <p:spPr>
          <a:xfrm>
            <a:off x="514350" y="2434590"/>
            <a:ext cx="2857500" cy="2194619"/>
          </a:xfrm>
          <a:prstGeom prst="rect">
            <a:avLst/>
          </a:prstGeom>
          <a:noFill/>
          <a:ln>
            <a:noFill/>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rgbClr val="595959"/>
              </a:buClr>
              <a:buSzPts val="800"/>
              <a:buNone/>
            </a:pPr>
            <a:r>
              <a:rPr lang="en"/>
              <a:t>PhishArmor works alongside your existing email filters, adding a critical user-facing layer of protection. While filters block known threats at the server, PhishArmor empowers users to identify the sophisticated attacks that slip through.</a:t>
            </a:r>
            <a:endParaRPr/>
          </a:p>
          <a:p>
            <a:pPr indent="0" lvl="0" marL="0" rtl="0" algn="l">
              <a:lnSpc>
                <a:spcPct val="120000"/>
              </a:lnSpc>
              <a:spcBef>
                <a:spcPts val="600"/>
              </a:spcBef>
              <a:spcAft>
                <a:spcPts val="0"/>
              </a:spcAft>
              <a:buClr>
                <a:srgbClr val="595959"/>
              </a:buClr>
              <a:buSzPts val="800"/>
              <a:buNone/>
            </a:pPr>
            <a:r>
              <a:rPr lang="en"/>
              <a:t>No user visibility into threat details. Reactive approach leaves users guessing about email safety and unable to make informed decisions.</a:t>
            </a:r>
            <a:endParaRPr/>
          </a:p>
        </p:txBody>
      </p:sp>
      <p:sp>
        <p:nvSpPr>
          <p:cNvPr id="774" name="Google Shape;774;p55"/>
          <p:cNvSpPr txBox="1"/>
          <p:nvPr>
            <p:ph idx="11" type="ftr"/>
          </p:nvPr>
        </p:nvSpPr>
        <p:spPr>
          <a:xfrm>
            <a:off x="145256" y="4869302"/>
            <a:ext cx="3086100" cy="173124"/>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 2025 PhishArmor. All rights reserved.</a:t>
            </a:r>
            <a:endParaRPr/>
          </a:p>
        </p:txBody>
      </p:sp>
      <p:sp>
        <p:nvSpPr>
          <p:cNvPr id="775" name="Google Shape;775;p55"/>
          <p:cNvSpPr txBox="1"/>
          <p:nvPr>
            <p:ph idx="12" type="sldNum"/>
          </p:nvPr>
        </p:nvSpPr>
        <p:spPr>
          <a:xfrm>
            <a:off x="8629649" y="4869302"/>
            <a:ext cx="369094" cy="17312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Phish Armor">
      <a:dk1>
        <a:srgbClr val="000000"/>
      </a:dk1>
      <a:lt1>
        <a:srgbClr val="FFFFFF"/>
      </a:lt1>
      <a:dk2>
        <a:srgbClr val="0F0B15"/>
      </a:dk2>
      <a:lt2>
        <a:srgbClr val="E8E8E8"/>
      </a:lt2>
      <a:accent1>
        <a:srgbClr val="2DE1FF"/>
      </a:accent1>
      <a:accent2>
        <a:srgbClr val="26F7DC"/>
      </a:accent2>
      <a:accent3>
        <a:srgbClr val="2C81FD"/>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